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57" r:id="rId4"/>
    <p:sldId id="259" r:id="rId5"/>
    <p:sldId id="260" r:id="rId6"/>
    <p:sldId id="261" r:id="rId7"/>
    <p:sldId id="262" r:id="rId8"/>
    <p:sldId id="25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00B05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82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44F7B-40F8-4A69-9784-2D812389F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8243F0-B49D-4418-BE0F-48F4A086A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A79D4-74DA-4AC0-A92E-31FCA10C6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FC91D-91D6-401B-80FA-B51A7351AEB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4C4C2-8CC7-4D64-8973-1E2A52827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5A2ED-B6FB-4D5E-9B67-6434D6414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4BF9B-6483-43E5-A643-F1AE8ACD6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772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97625-9F25-4A80-A7C0-8060B0187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00B7A-B201-4185-8452-B2ACFFA68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880A1-452F-4F78-8AAE-B54D7CBB7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FC91D-91D6-401B-80FA-B51A7351AEB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76E39-AAE4-43AB-8CF7-AE6F57917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5B858-C1C4-4BEC-94A0-E7BD5671F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4BF9B-6483-43E5-A643-F1AE8ACD6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59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18B5C-E4DA-4262-BCE5-577F846D9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79316-6757-4110-BD98-BF9E5A7DD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7AD7A-BAF5-471A-9472-A1F218C6E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FC91D-91D6-401B-80FA-B51A7351AEB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795A3-0E9A-41E6-9DDD-DE9B7044F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B6E83-BFAA-4E08-8E34-FDC57E3F6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4BF9B-6483-43E5-A643-F1AE8ACD6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12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19BB5-0E72-46A4-83A4-C8FB75365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C37C2-64A0-42E8-A7D1-FC15091938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79E8E-55ED-4F1E-B90E-D425EB24FC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0224D-9888-4CE7-87BF-C7A258745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FC91D-91D6-401B-80FA-B51A7351AEB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84D615-C76F-4747-BAAA-B4335111D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58C626-B830-4A51-8156-42EAC2E23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4BF9B-6483-43E5-A643-F1AE8ACD6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697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3A301-3766-445D-9D60-F26862FAF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AA708-EC5B-4F25-BCD0-D5B4575C4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15A68E-5C9F-4ECC-81C9-55C21FCEB3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5EED37-B358-4D2C-836B-35C812BB51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2EA9F0-1E24-47AE-A7C9-49C40C22A6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2877D2-2654-44AE-ADE0-5CD0B7CFC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FC91D-91D6-401B-80FA-B51A7351AEB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3E2607-8839-4713-8EF9-A51CEC520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BBC40C-B61C-4FB6-9CA8-562E63675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4BF9B-6483-43E5-A643-F1AE8ACD6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792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3ACCD-7B44-45EF-9E6A-5150E3467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A723FC-FFBC-4711-9B4E-A756F7DC6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FC91D-91D6-401B-80FA-B51A7351AEB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682C1-46D0-47C4-9885-FB29EA863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AEF63D-CBEC-4ABD-B36B-9A25660D7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4BF9B-6483-43E5-A643-F1AE8ACD6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606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A73614-1B8D-473A-9DF9-1DBCD6805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FC91D-91D6-401B-80FA-B51A7351AEB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2133D6-C8A8-4D54-A9A2-863585CB1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2CE36-188D-4681-9A76-1857A72A0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4BF9B-6483-43E5-A643-F1AE8ACD6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76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F92A-9827-4135-ADCB-32340048C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C40F5-F6FD-4E39-AB69-22CADC42C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D14E21-050F-43CB-A65F-E4DFC038FE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826CE4-5E38-4146-B04D-9668B34D8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FC91D-91D6-401B-80FA-B51A7351AEB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94547E-378E-41D1-B854-7CDBC188A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6A0E40-184A-43FC-8EEB-7270F9503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4BF9B-6483-43E5-A643-F1AE8ACD6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160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B99E5-5177-4DB6-BDDB-06BE20D6D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4A0729-2CF7-4F0C-9086-6BAAD17B1B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DCADEE-217F-4892-9FFE-0A409B61E4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F0A77-B6B0-45EC-85FB-4D80B2785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FC91D-91D6-401B-80FA-B51A7351AEB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377112-F9E0-4738-AAFD-C0A52A936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504FF4-E3B3-4994-ACE6-5FD76A5CB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4BF9B-6483-43E5-A643-F1AE8ACD6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580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9F90D-D6AD-40E2-90ED-1BAC8A3A5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DF7827-0823-4CEA-A22A-C3684CE97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F3412-51A7-4406-BBC4-412798DD8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FC91D-91D6-401B-80FA-B51A7351AEB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00958-2F77-4924-8AE1-9CE5BE286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66F62-3F28-4C4D-B88E-2067D9E67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4BF9B-6483-43E5-A643-F1AE8ACD6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390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5C02A7-1B7E-45F9-9725-EBDE07AE8D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E5B03F-0093-4834-A188-45DC43A3D6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1B3CE-CD37-410A-A151-F7F4A0250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FC91D-91D6-401B-80FA-B51A7351AEB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F5067-65D3-4558-BEDE-1B9FEFCA1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270DA-B28C-40EA-8441-C510288FE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4BF9B-6483-43E5-A643-F1AE8ACD6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178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1B89A8-9777-4B2D-AEB1-72C6225C9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AC13B2-0D8C-4843-BB6F-697EEF12D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3FFC2-E808-474D-95AA-B59AB38C3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FC91D-91D6-401B-80FA-B51A7351AEB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1792C-CF60-4BC5-A15F-A8FA1790CE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471CE-099C-4766-8A36-74AED0685C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F4BF9B-6483-43E5-A643-F1AE8ACD6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468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xagon 1">
            <a:extLst>
              <a:ext uri="{FF2B5EF4-FFF2-40B4-BE49-F238E27FC236}">
                <a16:creationId xmlns:a16="http://schemas.microsoft.com/office/drawing/2014/main" id="{041B135E-9840-4BF6-9768-40BD5B7B9DC0}"/>
              </a:ext>
            </a:extLst>
          </p:cNvPr>
          <p:cNvSpPr/>
          <p:nvPr/>
        </p:nvSpPr>
        <p:spPr>
          <a:xfrm>
            <a:off x="525821" y="1144656"/>
            <a:ext cx="2005876" cy="1744259"/>
          </a:xfrm>
          <a:prstGeom prst="hexagon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41D9173-3AA4-474C-A71D-444B977E465F}"/>
              </a:ext>
            </a:extLst>
          </p:cNvPr>
          <p:cNvSpPr/>
          <p:nvPr/>
        </p:nvSpPr>
        <p:spPr>
          <a:xfrm>
            <a:off x="1042975" y="1479201"/>
            <a:ext cx="950259" cy="58270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07E73B-4B10-4007-AD0C-8F6BD74ACB38}"/>
              </a:ext>
            </a:extLst>
          </p:cNvPr>
          <p:cNvSpPr/>
          <p:nvPr/>
        </p:nvSpPr>
        <p:spPr>
          <a:xfrm>
            <a:off x="1518105" y="2090294"/>
            <a:ext cx="457200" cy="365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E08BF7-694C-4A68-8EC2-BC0037F54C4A}"/>
              </a:ext>
            </a:extLst>
          </p:cNvPr>
          <p:cNvSpPr/>
          <p:nvPr/>
        </p:nvSpPr>
        <p:spPr>
          <a:xfrm>
            <a:off x="1518105" y="2090294"/>
            <a:ext cx="457200" cy="365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E9B8E8-DF4C-41C9-8176-6F45B3F9ABFB}"/>
              </a:ext>
            </a:extLst>
          </p:cNvPr>
          <p:cNvSpPr/>
          <p:nvPr/>
        </p:nvSpPr>
        <p:spPr>
          <a:xfrm>
            <a:off x="1042976" y="2090294"/>
            <a:ext cx="457200" cy="36576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9DAF40-72CF-4192-9B0A-2974FA690C9A}"/>
              </a:ext>
            </a:extLst>
          </p:cNvPr>
          <p:cNvSpPr/>
          <p:nvPr/>
        </p:nvSpPr>
        <p:spPr>
          <a:xfrm>
            <a:off x="1518105" y="2090294"/>
            <a:ext cx="457200" cy="365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8323A5-0581-4ECA-91D9-B28449B884A2}"/>
              </a:ext>
            </a:extLst>
          </p:cNvPr>
          <p:cNvSpPr/>
          <p:nvPr/>
        </p:nvSpPr>
        <p:spPr>
          <a:xfrm>
            <a:off x="1518105" y="2090294"/>
            <a:ext cx="457200" cy="365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39C5E8-6086-43B9-8FDD-A76C2D89ABEE}"/>
              </a:ext>
            </a:extLst>
          </p:cNvPr>
          <p:cNvSpPr/>
          <p:nvPr/>
        </p:nvSpPr>
        <p:spPr>
          <a:xfrm>
            <a:off x="1042976" y="2090294"/>
            <a:ext cx="457200" cy="36576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26E206-2763-48C3-BF8A-E9E535ECEFE9}"/>
              </a:ext>
            </a:extLst>
          </p:cNvPr>
          <p:cNvSpPr/>
          <p:nvPr/>
        </p:nvSpPr>
        <p:spPr>
          <a:xfrm>
            <a:off x="1518105" y="2090294"/>
            <a:ext cx="457200" cy="365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E49BB4-F6DD-43FF-A28E-A28299686C77}"/>
              </a:ext>
            </a:extLst>
          </p:cNvPr>
          <p:cNvSpPr/>
          <p:nvPr/>
        </p:nvSpPr>
        <p:spPr>
          <a:xfrm>
            <a:off x="1518105" y="2090294"/>
            <a:ext cx="457200" cy="365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9A0BA8-B21E-42EC-B418-81C3B2F5B779}"/>
              </a:ext>
            </a:extLst>
          </p:cNvPr>
          <p:cNvSpPr/>
          <p:nvPr/>
        </p:nvSpPr>
        <p:spPr>
          <a:xfrm>
            <a:off x="1042976" y="2090294"/>
            <a:ext cx="457200" cy="36576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EFD591-A1CC-498A-8090-EFA79A0012C9}"/>
              </a:ext>
            </a:extLst>
          </p:cNvPr>
          <p:cNvSpPr/>
          <p:nvPr/>
        </p:nvSpPr>
        <p:spPr>
          <a:xfrm>
            <a:off x="1518105" y="2090294"/>
            <a:ext cx="457200" cy="365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22DB8E-06A3-4521-AB61-B6962856D47D}"/>
              </a:ext>
            </a:extLst>
          </p:cNvPr>
          <p:cNvSpPr/>
          <p:nvPr/>
        </p:nvSpPr>
        <p:spPr>
          <a:xfrm>
            <a:off x="1518105" y="2090294"/>
            <a:ext cx="457200" cy="365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A8F3BB-0E7F-4FD7-819B-589EB6DDFD44}"/>
              </a:ext>
            </a:extLst>
          </p:cNvPr>
          <p:cNvSpPr/>
          <p:nvPr/>
        </p:nvSpPr>
        <p:spPr>
          <a:xfrm>
            <a:off x="1042976" y="2090294"/>
            <a:ext cx="457200" cy="36576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71DFE5-F75D-4537-8FBA-8165B3BAD38F}"/>
              </a:ext>
            </a:extLst>
          </p:cNvPr>
          <p:cNvSpPr/>
          <p:nvPr/>
        </p:nvSpPr>
        <p:spPr>
          <a:xfrm>
            <a:off x="1518105" y="2090294"/>
            <a:ext cx="457200" cy="365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BCA8EA-9BAD-41FC-8B3D-B3B2D678F817}"/>
              </a:ext>
            </a:extLst>
          </p:cNvPr>
          <p:cNvSpPr/>
          <p:nvPr/>
        </p:nvSpPr>
        <p:spPr>
          <a:xfrm>
            <a:off x="1518105" y="2090294"/>
            <a:ext cx="457200" cy="365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EFA79A-CE67-4E03-9212-12EACD08372E}"/>
              </a:ext>
            </a:extLst>
          </p:cNvPr>
          <p:cNvSpPr/>
          <p:nvPr/>
        </p:nvSpPr>
        <p:spPr>
          <a:xfrm>
            <a:off x="1042976" y="2090294"/>
            <a:ext cx="457200" cy="36576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9DF324-227B-4E1F-B52E-3ED17BCBDDA8}"/>
              </a:ext>
            </a:extLst>
          </p:cNvPr>
          <p:cNvSpPr/>
          <p:nvPr/>
        </p:nvSpPr>
        <p:spPr>
          <a:xfrm>
            <a:off x="1518105" y="2090294"/>
            <a:ext cx="457200" cy="365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4C3C341-D291-4AF4-A983-D40E2A7EA4BB}"/>
              </a:ext>
            </a:extLst>
          </p:cNvPr>
          <p:cNvSpPr/>
          <p:nvPr/>
        </p:nvSpPr>
        <p:spPr>
          <a:xfrm>
            <a:off x="1518105" y="2090294"/>
            <a:ext cx="457200" cy="365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56AA9C1-FA17-4C13-96FE-C3CA03A77147}"/>
              </a:ext>
            </a:extLst>
          </p:cNvPr>
          <p:cNvSpPr/>
          <p:nvPr/>
        </p:nvSpPr>
        <p:spPr>
          <a:xfrm>
            <a:off x="1042976" y="2090294"/>
            <a:ext cx="457200" cy="36576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1F21FF9-63CD-4C5A-BB13-7384C24A65F9}"/>
              </a:ext>
            </a:extLst>
          </p:cNvPr>
          <p:cNvSpPr/>
          <p:nvPr/>
        </p:nvSpPr>
        <p:spPr>
          <a:xfrm>
            <a:off x="1518105" y="2090294"/>
            <a:ext cx="457200" cy="365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118498B-FDEC-4532-9323-40D9928DE6B2}"/>
              </a:ext>
            </a:extLst>
          </p:cNvPr>
          <p:cNvSpPr/>
          <p:nvPr/>
        </p:nvSpPr>
        <p:spPr>
          <a:xfrm>
            <a:off x="1518105" y="2090294"/>
            <a:ext cx="457200" cy="365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0D7D226-5E77-4894-96E7-987B276F35AB}"/>
              </a:ext>
            </a:extLst>
          </p:cNvPr>
          <p:cNvSpPr/>
          <p:nvPr/>
        </p:nvSpPr>
        <p:spPr>
          <a:xfrm>
            <a:off x="1042976" y="2090294"/>
            <a:ext cx="457200" cy="36576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461989-93FA-4E0E-8109-8BD34C71E54B}"/>
              </a:ext>
            </a:extLst>
          </p:cNvPr>
          <p:cNvSpPr/>
          <p:nvPr/>
        </p:nvSpPr>
        <p:spPr>
          <a:xfrm>
            <a:off x="1518105" y="2090294"/>
            <a:ext cx="457200" cy="365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1DBCB1-9744-4F4B-A3C0-82989F28B0BB}"/>
              </a:ext>
            </a:extLst>
          </p:cNvPr>
          <p:cNvSpPr/>
          <p:nvPr/>
        </p:nvSpPr>
        <p:spPr>
          <a:xfrm>
            <a:off x="1518105" y="2090294"/>
            <a:ext cx="457200" cy="365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CEEEC94-8A36-4DC7-AA8E-982DD96B30CE}"/>
              </a:ext>
            </a:extLst>
          </p:cNvPr>
          <p:cNvSpPr/>
          <p:nvPr/>
        </p:nvSpPr>
        <p:spPr>
          <a:xfrm>
            <a:off x="1042976" y="2090294"/>
            <a:ext cx="457200" cy="36576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344BFD6-0107-4E54-9411-A2EA12EF0C1E}"/>
              </a:ext>
            </a:extLst>
          </p:cNvPr>
          <p:cNvSpPr/>
          <p:nvPr/>
        </p:nvSpPr>
        <p:spPr>
          <a:xfrm>
            <a:off x="1518105" y="2090294"/>
            <a:ext cx="457200" cy="365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5E53F0-1F7A-4921-8084-E95720120F25}"/>
              </a:ext>
            </a:extLst>
          </p:cNvPr>
          <p:cNvSpPr/>
          <p:nvPr/>
        </p:nvSpPr>
        <p:spPr>
          <a:xfrm>
            <a:off x="1518105" y="2090294"/>
            <a:ext cx="457200" cy="365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E5FED0C-C93C-48D5-9309-8750B7FAAD2B}"/>
              </a:ext>
            </a:extLst>
          </p:cNvPr>
          <p:cNvSpPr/>
          <p:nvPr/>
        </p:nvSpPr>
        <p:spPr>
          <a:xfrm>
            <a:off x="1042976" y="2090294"/>
            <a:ext cx="457200" cy="36576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5D1FDDD-5AAA-40EF-B780-304782A0DBCE}"/>
              </a:ext>
            </a:extLst>
          </p:cNvPr>
          <p:cNvSpPr/>
          <p:nvPr/>
        </p:nvSpPr>
        <p:spPr>
          <a:xfrm>
            <a:off x="1518105" y="2090294"/>
            <a:ext cx="457200" cy="365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7669BE2-981E-4A71-8238-9DD93B0E9085}"/>
              </a:ext>
            </a:extLst>
          </p:cNvPr>
          <p:cNvSpPr/>
          <p:nvPr/>
        </p:nvSpPr>
        <p:spPr>
          <a:xfrm>
            <a:off x="1042976" y="1479201"/>
            <a:ext cx="950259" cy="58270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52595FB-D4D9-4DCD-90F1-20BC0AA776A0}"/>
              </a:ext>
            </a:extLst>
          </p:cNvPr>
          <p:cNvSpPr/>
          <p:nvPr/>
        </p:nvSpPr>
        <p:spPr>
          <a:xfrm>
            <a:off x="1042976" y="1479201"/>
            <a:ext cx="950259" cy="58270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14C795-0844-4538-9F25-E76520A8F69C}"/>
              </a:ext>
            </a:extLst>
          </p:cNvPr>
          <p:cNvSpPr/>
          <p:nvPr/>
        </p:nvSpPr>
        <p:spPr>
          <a:xfrm>
            <a:off x="1518105" y="2090294"/>
            <a:ext cx="457200" cy="365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E139F3D-EAD9-4CF2-B064-922EA30CD21B}"/>
              </a:ext>
            </a:extLst>
          </p:cNvPr>
          <p:cNvSpPr/>
          <p:nvPr/>
        </p:nvSpPr>
        <p:spPr>
          <a:xfrm>
            <a:off x="1042976" y="2090294"/>
            <a:ext cx="457200" cy="36576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E0C91BB-9584-4CF9-A190-051CD0AC773D}"/>
              </a:ext>
            </a:extLst>
          </p:cNvPr>
          <p:cNvSpPr/>
          <p:nvPr/>
        </p:nvSpPr>
        <p:spPr>
          <a:xfrm>
            <a:off x="1042976" y="1479201"/>
            <a:ext cx="950259" cy="58270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15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EE11569-FE42-4A44-BD64-7AA08D43329E}"/>
              </a:ext>
            </a:extLst>
          </p:cNvPr>
          <p:cNvSpPr/>
          <p:nvPr/>
        </p:nvSpPr>
        <p:spPr>
          <a:xfrm>
            <a:off x="1042976" y="1479201"/>
            <a:ext cx="950259" cy="58270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B439566-6430-47B5-8482-166E44F05F0A}"/>
              </a:ext>
            </a:extLst>
          </p:cNvPr>
          <p:cNvSpPr/>
          <p:nvPr/>
        </p:nvSpPr>
        <p:spPr>
          <a:xfrm>
            <a:off x="1042976" y="1479201"/>
            <a:ext cx="950259" cy="58270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25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5B01727-F1C6-433A-971A-68DF6555D965}"/>
              </a:ext>
            </a:extLst>
          </p:cNvPr>
          <p:cNvSpPr/>
          <p:nvPr/>
        </p:nvSpPr>
        <p:spPr>
          <a:xfrm>
            <a:off x="1042976" y="1479201"/>
            <a:ext cx="950259" cy="58270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30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898C63E3-5486-421E-A163-2EAC3448DCCB}"/>
              </a:ext>
            </a:extLst>
          </p:cNvPr>
          <p:cNvSpPr/>
          <p:nvPr/>
        </p:nvSpPr>
        <p:spPr>
          <a:xfrm>
            <a:off x="1042976" y="1479201"/>
            <a:ext cx="950259" cy="58270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35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5F9AAB1-E15B-4EB8-BEDC-20AB46DB027F}"/>
              </a:ext>
            </a:extLst>
          </p:cNvPr>
          <p:cNvSpPr/>
          <p:nvPr/>
        </p:nvSpPr>
        <p:spPr>
          <a:xfrm>
            <a:off x="1042976" y="1479201"/>
            <a:ext cx="950259" cy="58270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40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1F069A8F-102B-4FAC-BFFF-2FC499A7BE5E}"/>
              </a:ext>
            </a:extLst>
          </p:cNvPr>
          <p:cNvSpPr/>
          <p:nvPr/>
        </p:nvSpPr>
        <p:spPr>
          <a:xfrm>
            <a:off x="1042976" y="1479201"/>
            <a:ext cx="950259" cy="58270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45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2EB8A2C8-0565-49E2-A56F-94979F31B7EA}"/>
              </a:ext>
            </a:extLst>
          </p:cNvPr>
          <p:cNvSpPr/>
          <p:nvPr/>
        </p:nvSpPr>
        <p:spPr>
          <a:xfrm>
            <a:off x="1042976" y="1479201"/>
            <a:ext cx="950259" cy="58270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50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C09C46F-C067-4002-A8AA-FBE0493173E0}"/>
              </a:ext>
            </a:extLst>
          </p:cNvPr>
          <p:cNvSpPr/>
          <p:nvPr/>
        </p:nvSpPr>
        <p:spPr>
          <a:xfrm>
            <a:off x="1042976" y="1479201"/>
            <a:ext cx="950259" cy="58270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55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7F3155A-6881-4AED-9726-3D1811E736ED}"/>
              </a:ext>
            </a:extLst>
          </p:cNvPr>
          <p:cNvSpPr/>
          <p:nvPr/>
        </p:nvSpPr>
        <p:spPr>
          <a:xfrm>
            <a:off x="1042976" y="1479201"/>
            <a:ext cx="950259" cy="58270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60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7C36399-EF60-4646-B6E0-C6A1067965DC}"/>
              </a:ext>
            </a:extLst>
          </p:cNvPr>
          <p:cNvSpPr/>
          <p:nvPr/>
        </p:nvSpPr>
        <p:spPr>
          <a:xfrm>
            <a:off x="1042976" y="1479201"/>
            <a:ext cx="950259" cy="58270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65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6AF7143A-C096-49F6-97BE-6BCED076FC0E}"/>
              </a:ext>
            </a:extLst>
          </p:cNvPr>
          <p:cNvSpPr/>
          <p:nvPr/>
        </p:nvSpPr>
        <p:spPr>
          <a:xfrm>
            <a:off x="1042976" y="1479201"/>
            <a:ext cx="950259" cy="58270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70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96BFD9F2-7C9F-446D-8A56-BA2B22BBBFAC}"/>
              </a:ext>
            </a:extLst>
          </p:cNvPr>
          <p:cNvSpPr/>
          <p:nvPr/>
        </p:nvSpPr>
        <p:spPr>
          <a:xfrm>
            <a:off x="1042976" y="1479201"/>
            <a:ext cx="950259" cy="58270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75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97ADF3B-527C-499C-AEC9-FA0571B8186E}"/>
              </a:ext>
            </a:extLst>
          </p:cNvPr>
          <p:cNvSpPr/>
          <p:nvPr/>
        </p:nvSpPr>
        <p:spPr>
          <a:xfrm>
            <a:off x="1042976" y="1479201"/>
            <a:ext cx="950259" cy="58270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80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BCDFB4F2-1558-4709-9B00-E20FCE2E9C91}"/>
              </a:ext>
            </a:extLst>
          </p:cNvPr>
          <p:cNvSpPr/>
          <p:nvPr/>
        </p:nvSpPr>
        <p:spPr>
          <a:xfrm>
            <a:off x="1042976" y="1479201"/>
            <a:ext cx="950259" cy="58270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F187C877-29CB-49FC-892A-EC5DFD4092A0}"/>
              </a:ext>
            </a:extLst>
          </p:cNvPr>
          <p:cNvSpPr/>
          <p:nvPr/>
        </p:nvSpPr>
        <p:spPr>
          <a:xfrm>
            <a:off x="1042976" y="1479201"/>
            <a:ext cx="950259" cy="58270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90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856837C1-72FC-49A2-82BB-D2B629115183}"/>
              </a:ext>
            </a:extLst>
          </p:cNvPr>
          <p:cNvSpPr/>
          <p:nvPr/>
        </p:nvSpPr>
        <p:spPr>
          <a:xfrm>
            <a:off x="1042976" y="1479201"/>
            <a:ext cx="950259" cy="58270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95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2E7657E4-D198-4066-B910-E10C9B946D65}"/>
              </a:ext>
            </a:extLst>
          </p:cNvPr>
          <p:cNvSpPr/>
          <p:nvPr/>
        </p:nvSpPr>
        <p:spPr>
          <a:xfrm>
            <a:off x="1042976" y="1479201"/>
            <a:ext cx="950259" cy="58270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100</a:t>
            </a:r>
          </a:p>
        </p:txBody>
      </p:sp>
      <p:sp>
        <p:nvSpPr>
          <p:cNvPr id="54" name="Rectangle: Rounded Corners 53">
            <a:hlinkClick r:id="rId2" action="ppaction://hlinksldjump"/>
            <a:extLst>
              <a:ext uri="{FF2B5EF4-FFF2-40B4-BE49-F238E27FC236}">
                <a16:creationId xmlns:a16="http://schemas.microsoft.com/office/drawing/2014/main" id="{25952A38-6557-4B6D-9151-16C869573D14}"/>
              </a:ext>
            </a:extLst>
          </p:cNvPr>
          <p:cNvSpPr/>
          <p:nvPr/>
        </p:nvSpPr>
        <p:spPr>
          <a:xfrm>
            <a:off x="4438961" y="1872219"/>
            <a:ext cx="1122554" cy="753528"/>
          </a:xfrm>
          <a:prstGeom prst="roundRect">
            <a:avLst/>
          </a:prstGeom>
          <a:solidFill>
            <a:srgbClr val="896905"/>
          </a:solidFill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01</a:t>
            </a:r>
          </a:p>
        </p:txBody>
      </p:sp>
      <p:sp>
        <p:nvSpPr>
          <p:cNvPr id="55" name="Rectangle: Rounded Corners 54">
            <a:hlinkClick r:id="rId3" action="ppaction://hlinksldjump"/>
            <a:extLst>
              <a:ext uri="{FF2B5EF4-FFF2-40B4-BE49-F238E27FC236}">
                <a16:creationId xmlns:a16="http://schemas.microsoft.com/office/drawing/2014/main" id="{04731BB8-8858-4A55-B0D9-F75305A543A3}"/>
              </a:ext>
            </a:extLst>
          </p:cNvPr>
          <p:cNvSpPr/>
          <p:nvPr/>
        </p:nvSpPr>
        <p:spPr>
          <a:xfrm>
            <a:off x="6172326" y="1872219"/>
            <a:ext cx="1122554" cy="753528"/>
          </a:xfrm>
          <a:prstGeom prst="roundRect">
            <a:avLst/>
          </a:prstGeom>
          <a:solidFill>
            <a:srgbClr val="896905"/>
          </a:solidFill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02</a:t>
            </a:r>
          </a:p>
        </p:txBody>
      </p:sp>
      <p:sp>
        <p:nvSpPr>
          <p:cNvPr id="56" name="Rectangle: Rounded Corners 55">
            <a:hlinkClick r:id="rId4" action="ppaction://hlinksldjump"/>
            <a:extLst>
              <a:ext uri="{FF2B5EF4-FFF2-40B4-BE49-F238E27FC236}">
                <a16:creationId xmlns:a16="http://schemas.microsoft.com/office/drawing/2014/main" id="{B3AEFC98-7347-48C7-9757-75724351FED7}"/>
              </a:ext>
            </a:extLst>
          </p:cNvPr>
          <p:cNvSpPr/>
          <p:nvPr/>
        </p:nvSpPr>
        <p:spPr>
          <a:xfrm>
            <a:off x="4438961" y="3075222"/>
            <a:ext cx="1122554" cy="753528"/>
          </a:xfrm>
          <a:prstGeom prst="roundRect">
            <a:avLst/>
          </a:prstGeom>
          <a:solidFill>
            <a:srgbClr val="896905"/>
          </a:solidFill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03</a:t>
            </a:r>
          </a:p>
        </p:txBody>
      </p:sp>
      <p:sp>
        <p:nvSpPr>
          <p:cNvPr id="57" name="Rectangle: Rounded Corners 56">
            <a:hlinkClick r:id="rId5" action="ppaction://hlinksldjump"/>
            <a:extLst>
              <a:ext uri="{FF2B5EF4-FFF2-40B4-BE49-F238E27FC236}">
                <a16:creationId xmlns:a16="http://schemas.microsoft.com/office/drawing/2014/main" id="{A23C1193-63B6-47D8-BAF8-E60F59B8067A}"/>
              </a:ext>
            </a:extLst>
          </p:cNvPr>
          <p:cNvSpPr/>
          <p:nvPr/>
        </p:nvSpPr>
        <p:spPr>
          <a:xfrm>
            <a:off x="6172326" y="3082716"/>
            <a:ext cx="1122554" cy="753528"/>
          </a:xfrm>
          <a:prstGeom prst="roundRect">
            <a:avLst/>
          </a:prstGeom>
          <a:solidFill>
            <a:srgbClr val="896905"/>
          </a:solidFill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04</a:t>
            </a:r>
          </a:p>
        </p:txBody>
      </p:sp>
      <p:sp>
        <p:nvSpPr>
          <p:cNvPr id="58" name="Rectangle: Rounded Corners 57">
            <a:hlinkClick r:id="rId6" action="ppaction://hlinksldjump"/>
            <a:extLst>
              <a:ext uri="{FF2B5EF4-FFF2-40B4-BE49-F238E27FC236}">
                <a16:creationId xmlns:a16="http://schemas.microsoft.com/office/drawing/2014/main" id="{FFC4BF3A-6EB1-4296-862F-A95C6492A2B1}"/>
              </a:ext>
            </a:extLst>
          </p:cNvPr>
          <p:cNvSpPr/>
          <p:nvPr/>
        </p:nvSpPr>
        <p:spPr>
          <a:xfrm>
            <a:off x="4438961" y="4351162"/>
            <a:ext cx="1122554" cy="753528"/>
          </a:xfrm>
          <a:prstGeom prst="roundRect">
            <a:avLst/>
          </a:prstGeom>
          <a:solidFill>
            <a:srgbClr val="896905"/>
          </a:solidFill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05</a:t>
            </a:r>
          </a:p>
        </p:txBody>
      </p:sp>
      <p:sp>
        <p:nvSpPr>
          <p:cNvPr id="59" name="Rectangle: Rounded Corners 58">
            <a:hlinkClick r:id="rId7" action="ppaction://hlinksldjump"/>
            <a:extLst>
              <a:ext uri="{FF2B5EF4-FFF2-40B4-BE49-F238E27FC236}">
                <a16:creationId xmlns:a16="http://schemas.microsoft.com/office/drawing/2014/main" id="{4ECEE464-48DC-4519-9447-F6675A8DAFFC}"/>
              </a:ext>
            </a:extLst>
          </p:cNvPr>
          <p:cNvSpPr/>
          <p:nvPr/>
        </p:nvSpPr>
        <p:spPr>
          <a:xfrm>
            <a:off x="6172326" y="4346792"/>
            <a:ext cx="1122554" cy="753528"/>
          </a:xfrm>
          <a:prstGeom prst="roundRect">
            <a:avLst/>
          </a:prstGeom>
          <a:solidFill>
            <a:srgbClr val="896905"/>
          </a:solidFill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06</a:t>
            </a:r>
          </a:p>
        </p:txBody>
      </p:sp>
      <p:sp>
        <p:nvSpPr>
          <p:cNvPr id="66" name="Hexagon 65">
            <a:extLst>
              <a:ext uri="{FF2B5EF4-FFF2-40B4-BE49-F238E27FC236}">
                <a16:creationId xmlns:a16="http://schemas.microsoft.com/office/drawing/2014/main" id="{93CDA611-E2DE-4F8C-A450-162A4A3643B0}"/>
              </a:ext>
            </a:extLst>
          </p:cNvPr>
          <p:cNvSpPr/>
          <p:nvPr/>
        </p:nvSpPr>
        <p:spPr>
          <a:xfrm>
            <a:off x="9212621" y="1205616"/>
            <a:ext cx="2005876" cy="1744259"/>
          </a:xfrm>
          <a:prstGeom prst="hexagon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E766DFF5-A013-4610-A8AC-ED64FED2BD18}"/>
              </a:ext>
            </a:extLst>
          </p:cNvPr>
          <p:cNvSpPr/>
          <p:nvPr/>
        </p:nvSpPr>
        <p:spPr>
          <a:xfrm>
            <a:off x="9729775" y="1540161"/>
            <a:ext cx="950259" cy="58270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00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D6A78B6-92E3-4812-9ADC-BA59F4B8AED6}"/>
              </a:ext>
            </a:extLst>
          </p:cNvPr>
          <p:cNvSpPr/>
          <p:nvPr/>
        </p:nvSpPr>
        <p:spPr>
          <a:xfrm>
            <a:off x="10204905" y="2151254"/>
            <a:ext cx="457200" cy="365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82492D9-69C0-48C9-AEA7-E27F90686C6A}"/>
              </a:ext>
            </a:extLst>
          </p:cNvPr>
          <p:cNvSpPr/>
          <p:nvPr/>
        </p:nvSpPr>
        <p:spPr>
          <a:xfrm>
            <a:off x="10204905" y="2151254"/>
            <a:ext cx="457200" cy="365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DFF78A3-B57C-4703-A812-D2592E68657E}"/>
              </a:ext>
            </a:extLst>
          </p:cNvPr>
          <p:cNvSpPr/>
          <p:nvPr/>
        </p:nvSpPr>
        <p:spPr>
          <a:xfrm>
            <a:off x="9729776" y="2151254"/>
            <a:ext cx="457200" cy="36576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4651998-F120-4D03-9C21-1491C90209C8}"/>
              </a:ext>
            </a:extLst>
          </p:cNvPr>
          <p:cNvSpPr/>
          <p:nvPr/>
        </p:nvSpPr>
        <p:spPr>
          <a:xfrm>
            <a:off x="10204905" y="2151254"/>
            <a:ext cx="457200" cy="365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61EE257-984E-4C0D-9707-B7038E58D0C4}"/>
              </a:ext>
            </a:extLst>
          </p:cNvPr>
          <p:cNvSpPr/>
          <p:nvPr/>
        </p:nvSpPr>
        <p:spPr>
          <a:xfrm>
            <a:off x="10204905" y="2151254"/>
            <a:ext cx="457200" cy="365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138053F-F83E-44D4-929C-B0676EC6A83C}"/>
              </a:ext>
            </a:extLst>
          </p:cNvPr>
          <p:cNvSpPr/>
          <p:nvPr/>
        </p:nvSpPr>
        <p:spPr>
          <a:xfrm>
            <a:off x="9729776" y="2151254"/>
            <a:ext cx="457200" cy="36576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61A0C26-5C91-495A-A3AB-B46575FEBA6F}"/>
              </a:ext>
            </a:extLst>
          </p:cNvPr>
          <p:cNvSpPr/>
          <p:nvPr/>
        </p:nvSpPr>
        <p:spPr>
          <a:xfrm>
            <a:off x="10204905" y="2151254"/>
            <a:ext cx="457200" cy="365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9AE142D-DA22-48E1-98FF-8CCD2D8E636A}"/>
              </a:ext>
            </a:extLst>
          </p:cNvPr>
          <p:cNvSpPr/>
          <p:nvPr/>
        </p:nvSpPr>
        <p:spPr>
          <a:xfrm>
            <a:off x="10204905" y="2151254"/>
            <a:ext cx="457200" cy="365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57215D9-BE9B-4BEA-8A23-9FAC4201F710}"/>
              </a:ext>
            </a:extLst>
          </p:cNvPr>
          <p:cNvSpPr/>
          <p:nvPr/>
        </p:nvSpPr>
        <p:spPr>
          <a:xfrm>
            <a:off x="9729776" y="2151254"/>
            <a:ext cx="457200" cy="36576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DAE81D6-69ED-4F4B-9464-43474EB9763A}"/>
              </a:ext>
            </a:extLst>
          </p:cNvPr>
          <p:cNvSpPr/>
          <p:nvPr/>
        </p:nvSpPr>
        <p:spPr>
          <a:xfrm>
            <a:off x="10204905" y="2151254"/>
            <a:ext cx="457200" cy="365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7EFDB65-D067-4E81-A378-8FD217F916CF}"/>
              </a:ext>
            </a:extLst>
          </p:cNvPr>
          <p:cNvSpPr/>
          <p:nvPr/>
        </p:nvSpPr>
        <p:spPr>
          <a:xfrm>
            <a:off x="10204905" y="2151254"/>
            <a:ext cx="457200" cy="365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902AE13-AB3B-4645-B378-587E7D386729}"/>
              </a:ext>
            </a:extLst>
          </p:cNvPr>
          <p:cNvSpPr/>
          <p:nvPr/>
        </p:nvSpPr>
        <p:spPr>
          <a:xfrm>
            <a:off x="9729776" y="2151254"/>
            <a:ext cx="457200" cy="36576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320400B-6853-4D1A-B44F-EB518978BA8E}"/>
              </a:ext>
            </a:extLst>
          </p:cNvPr>
          <p:cNvSpPr/>
          <p:nvPr/>
        </p:nvSpPr>
        <p:spPr>
          <a:xfrm>
            <a:off x="10204905" y="2151254"/>
            <a:ext cx="457200" cy="365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4402484-F371-4B27-86BE-C84FBE44E64C}"/>
              </a:ext>
            </a:extLst>
          </p:cNvPr>
          <p:cNvSpPr/>
          <p:nvPr/>
        </p:nvSpPr>
        <p:spPr>
          <a:xfrm>
            <a:off x="10204905" y="2151254"/>
            <a:ext cx="457200" cy="365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42F3223-6EEC-485E-9F8B-028C9E5C8C75}"/>
              </a:ext>
            </a:extLst>
          </p:cNvPr>
          <p:cNvSpPr/>
          <p:nvPr/>
        </p:nvSpPr>
        <p:spPr>
          <a:xfrm>
            <a:off x="9729776" y="2151254"/>
            <a:ext cx="457200" cy="36576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9C8E042-64BB-4294-8AFE-22380A0237A4}"/>
              </a:ext>
            </a:extLst>
          </p:cNvPr>
          <p:cNvSpPr/>
          <p:nvPr/>
        </p:nvSpPr>
        <p:spPr>
          <a:xfrm>
            <a:off x="10204905" y="2151254"/>
            <a:ext cx="457200" cy="365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EF337FB-37CF-40C4-96A4-EB8515006D18}"/>
              </a:ext>
            </a:extLst>
          </p:cNvPr>
          <p:cNvSpPr/>
          <p:nvPr/>
        </p:nvSpPr>
        <p:spPr>
          <a:xfrm>
            <a:off x="10204905" y="2151254"/>
            <a:ext cx="457200" cy="365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582AD7C-88A7-44E0-9AC7-11A165E17CB7}"/>
              </a:ext>
            </a:extLst>
          </p:cNvPr>
          <p:cNvSpPr/>
          <p:nvPr/>
        </p:nvSpPr>
        <p:spPr>
          <a:xfrm>
            <a:off x="9729776" y="2151254"/>
            <a:ext cx="457200" cy="36576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B9E9397-15B9-49C2-B426-1C327F848429}"/>
              </a:ext>
            </a:extLst>
          </p:cNvPr>
          <p:cNvSpPr/>
          <p:nvPr/>
        </p:nvSpPr>
        <p:spPr>
          <a:xfrm>
            <a:off x="10204905" y="2151254"/>
            <a:ext cx="457200" cy="365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F0BA81A9-16E2-4D3C-B4D5-6E8189C9D8C8}"/>
              </a:ext>
            </a:extLst>
          </p:cNvPr>
          <p:cNvSpPr/>
          <p:nvPr/>
        </p:nvSpPr>
        <p:spPr>
          <a:xfrm>
            <a:off x="10204905" y="2151254"/>
            <a:ext cx="457200" cy="365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76ECD52-22AD-4A2D-8979-10781B81944B}"/>
              </a:ext>
            </a:extLst>
          </p:cNvPr>
          <p:cNvSpPr/>
          <p:nvPr/>
        </p:nvSpPr>
        <p:spPr>
          <a:xfrm>
            <a:off x="9729776" y="2151254"/>
            <a:ext cx="457200" cy="36576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7AF6286-B171-4681-B863-0B35A4563B3B}"/>
              </a:ext>
            </a:extLst>
          </p:cNvPr>
          <p:cNvSpPr/>
          <p:nvPr/>
        </p:nvSpPr>
        <p:spPr>
          <a:xfrm>
            <a:off x="10204905" y="2151254"/>
            <a:ext cx="457200" cy="365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6F0D187-1710-45A0-AC10-255BE5ED7038}"/>
              </a:ext>
            </a:extLst>
          </p:cNvPr>
          <p:cNvSpPr/>
          <p:nvPr/>
        </p:nvSpPr>
        <p:spPr>
          <a:xfrm>
            <a:off x="10204905" y="2151254"/>
            <a:ext cx="457200" cy="365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4D77DDE-86F0-466B-BC02-158D2F3F5353}"/>
              </a:ext>
            </a:extLst>
          </p:cNvPr>
          <p:cNvSpPr/>
          <p:nvPr/>
        </p:nvSpPr>
        <p:spPr>
          <a:xfrm>
            <a:off x="9729776" y="2151254"/>
            <a:ext cx="457200" cy="36576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F742BE38-4BBF-47A0-B8FE-16F14D0671D3}"/>
              </a:ext>
            </a:extLst>
          </p:cNvPr>
          <p:cNvSpPr/>
          <p:nvPr/>
        </p:nvSpPr>
        <p:spPr>
          <a:xfrm>
            <a:off x="10204905" y="2151254"/>
            <a:ext cx="457200" cy="365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3C2DA5AB-6830-4850-94E9-753413318997}"/>
              </a:ext>
            </a:extLst>
          </p:cNvPr>
          <p:cNvSpPr/>
          <p:nvPr/>
        </p:nvSpPr>
        <p:spPr>
          <a:xfrm>
            <a:off x="10204905" y="2151254"/>
            <a:ext cx="457200" cy="365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9CF27C8-D597-477C-9E82-9E90D502EBF7}"/>
              </a:ext>
            </a:extLst>
          </p:cNvPr>
          <p:cNvSpPr/>
          <p:nvPr/>
        </p:nvSpPr>
        <p:spPr>
          <a:xfrm>
            <a:off x="9729776" y="2151254"/>
            <a:ext cx="457200" cy="36576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EFEB2EDA-B505-4AEB-812F-B2E162612371}"/>
              </a:ext>
            </a:extLst>
          </p:cNvPr>
          <p:cNvSpPr/>
          <p:nvPr/>
        </p:nvSpPr>
        <p:spPr>
          <a:xfrm>
            <a:off x="10204905" y="2151254"/>
            <a:ext cx="457200" cy="365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1F212721-3477-4A75-816C-6C04610D5143}"/>
              </a:ext>
            </a:extLst>
          </p:cNvPr>
          <p:cNvSpPr/>
          <p:nvPr/>
        </p:nvSpPr>
        <p:spPr>
          <a:xfrm>
            <a:off x="9729776" y="1540161"/>
            <a:ext cx="950259" cy="58270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12032D6E-733F-4EBC-BA70-37B656AEBA6C}"/>
              </a:ext>
            </a:extLst>
          </p:cNvPr>
          <p:cNvSpPr/>
          <p:nvPr/>
        </p:nvSpPr>
        <p:spPr>
          <a:xfrm>
            <a:off x="9729776" y="1540161"/>
            <a:ext cx="950259" cy="58270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892B523A-7CB9-47FF-A0F1-22647977C63A}"/>
              </a:ext>
            </a:extLst>
          </p:cNvPr>
          <p:cNvSpPr/>
          <p:nvPr/>
        </p:nvSpPr>
        <p:spPr>
          <a:xfrm>
            <a:off x="10204905" y="2151254"/>
            <a:ext cx="457200" cy="365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10B7AFC-8FA0-408B-962A-44E4B70B2188}"/>
              </a:ext>
            </a:extLst>
          </p:cNvPr>
          <p:cNvSpPr/>
          <p:nvPr/>
        </p:nvSpPr>
        <p:spPr>
          <a:xfrm>
            <a:off x="9729776" y="2151254"/>
            <a:ext cx="457200" cy="36576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702A7397-A86A-466E-9FB1-4636892D6B88}"/>
              </a:ext>
            </a:extLst>
          </p:cNvPr>
          <p:cNvSpPr/>
          <p:nvPr/>
        </p:nvSpPr>
        <p:spPr>
          <a:xfrm>
            <a:off x="9729776" y="1540161"/>
            <a:ext cx="950259" cy="58270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15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FBAFDB60-CC0E-4CB4-8013-D5D163375A2A}"/>
              </a:ext>
            </a:extLst>
          </p:cNvPr>
          <p:cNvSpPr/>
          <p:nvPr/>
        </p:nvSpPr>
        <p:spPr>
          <a:xfrm>
            <a:off x="9729776" y="1540161"/>
            <a:ext cx="950259" cy="58270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78D79630-10C6-4144-A7DD-DA08D6CAE9B2}"/>
              </a:ext>
            </a:extLst>
          </p:cNvPr>
          <p:cNvSpPr/>
          <p:nvPr/>
        </p:nvSpPr>
        <p:spPr>
          <a:xfrm>
            <a:off x="9729776" y="1540161"/>
            <a:ext cx="950259" cy="58270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25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341C9D7C-597E-44A2-B42C-38E1214BC3AE}"/>
              </a:ext>
            </a:extLst>
          </p:cNvPr>
          <p:cNvSpPr/>
          <p:nvPr/>
        </p:nvSpPr>
        <p:spPr>
          <a:xfrm>
            <a:off x="9729776" y="1540161"/>
            <a:ext cx="950259" cy="58270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30</a:t>
            </a: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9310809C-E5D7-4103-A592-AC3F484109B3}"/>
              </a:ext>
            </a:extLst>
          </p:cNvPr>
          <p:cNvSpPr/>
          <p:nvPr/>
        </p:nvSpPr>
        <p:spPr>
          <a:xfrm>
            <a:off x="9729776" y="1540161"/>
            <a:ext cx="950259" cy="58270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35</a:t>
            </a: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23ADE46F-51AC-428C-A97E-8B4F0A8A18AC}"/>
              </a:ext>
            </a:extLst>
          </p:cNvPr>
          <p:cNvSpPr/>
          <p:nvPr/>
        </p:nvSpPr>
        <p:spPr>
          <a:xfrm>
            <a:off x="9729776" y="1540161"/>
            <a:ext cx="950259" cy="58270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40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770BD634-28DE-416C-8CC8-CF4246D78648}"/>
              </a:ext>
            </a:extLst>
          </p:cNvPr>
          <p:cNvSpPr/>
          <p:nvPr/>
        </p:nvSpPr>
        <p:spPr>
          <a:xfrm>
            <a:off x="9729776" y="1540161"/>
            <a:ext cx="950259" cy="58270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45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005C341A-F7F0-4DBB-AF7D-5590E117A877}"/>
              </a:ext>
            </a:extLst>
          </p:cNvPr>
          <p:cNvSpPr/>
          <p:nvPr/>
        </p:nvSpPr>
        <p:spPr>
          <a:xfrm>
            <a:off x="9729776" y="1540161"/>
            <a:ext cx="950259" cy="58270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50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6780D708-6B59-43A7-859A-04AA400AA85C}"/>
              </a:ext>
            </a:extLst>
          </p:cNvPr>
          <p:cNvSpPr/>
          <p:nvPr/>
        </p:nvSpPr>
        <p:spPr>
          <a:xfrm>
            <a:off x="9729776" y="1540161"/>
            <a:ext cx="950259" cy="58270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55</a:t>
            </a: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A3C0E086-7C4E-4EF4-ACE2-1C025E93D43A}"/>
              </a:ext>
            </a:extLst>
          </p:cNvPr>
          <p:cNvSpPr/>
          <p:nvPr/>
        </p:nvSpPr>
        <p:spPr>
          <a:xfrm>
            <a:off x="9729776" y="1540161"/>
            <a:ext cx="950259" cy="58270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60</a:t>
            </a: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04223EB8-C16E-43F0-86C1-2E4340CFF757}"/>
              </a:ext>
            </a:extLst>
          </p:cNvPr>
          <p:cNvSpPr/>
          <p:nvPr/>
        </p:nvSpPr>
        <p:spPr>
          <a:xfrm>
            <a:off x="9729776" y="1540161"/>
            <a:ext cx="950259" cy="58270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65</a:t>
            </a:r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46898E13-FB05-455D-B159-80E5A5CE2DEA}"/>
              </a:ext>
            </a:extLst>
          </p:cNvPr>
          <p:cNvSpPr/>
          <p:nvPr/>
        </p:nvSpPr>
        <p:spPr>
          <a:xfrm>
            <a:off x="9729776" y="1540161"/>
            <a:ext cx="950259" cy="58270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70</a:t>
            </a: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2928B1A0-65D0-4F68-8992-10F3D19AF318}"/>
              </a:ext>
            </a:extLst>
          </p:cNvPr>
          <p:cNvSpPr/>
          <p:nvPr/>
        </p:nvSpPr>
        <p:spPr>
          <a:xfrm>
            <a:off x="9729776" y="1540161"/>
            <a:ext cx="950259" cy="58270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75</a:t>
            </a: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B1265085-C5B4-477A-9BC8-0C01F87C9FAF}"/>
              </a:ext>
            </a:extLst>
          </p:cNvPr>
          <p:cNvSpPr/>
          <p:nvPr/>
        </p:nvSpPr>
        <p:spPr>
          <a:xfrm>
            <a:off x="9729776" y="1540161"/>
            <a:ext cx="950259" cy="58270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80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E6CD5180-C9B0-4E4D-BF96-9CD81A5B3F45}"/>
              </a:ext>
            </a:extLst>
          </p:cNvPr>
          <p:cNvSpPr/>
          <p:nvPr/>
        </p:nvSpPr>
        <p:spPr>
          <a:xfrm>
            <a:off x="9729776" y="1540161"/>
            <a:ext cx="950259" cy="58270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85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2E151F7B-9B08-46DD-B12F-FB0D24705B01}"/>
              </a:ext>
            </a:extLst>
          </p:cNvPr>
          <p:cNvSpPr/>
          <p:nvPr/>
        </p:nvSpPr>
        <p:spPr>
          <a:xfrm>
            <a:off x="9729776" y="1540161"/>
            <a:ext cx="950259" cy="58270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90</a:t>
            </a: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0BDD9AE5-EE6D-41DB-8424-03DA7EFD6A53}"/>
              </a:ext>
            </a:extLst>
          </p:cNvPr>
          <p:cNvSpPr/>
          <p:nvPr/>
        </p:nvSpPr>
        <p:spPr>
          <a:xfrm>
            <a:off x="9729776" y="1540161"/>
            <a:ext cx="950259" cy="58270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95</a:t>
            </a: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AA813474-5D6B-4A07-9929-502E6F9293C3}"/>
              </a:ext>
            </a:extLst>
          </p:cNvPr>
          <p:cNvSpPr/>
          <p:nvPr/>
        </p:nvSpPr>
        <p:spPr>
          <a:xfrm>
            <a:off x="9729776" y="1540161"/>
            <a:ext cx="950259" cy="58270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2833356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1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1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1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1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1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1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1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1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1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1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1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125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" fill="hold">
                      <p:stCondLst>
                        <p:cond delay="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1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1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1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1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1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164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1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73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4" fill="hold">
                      <p:stCondLst>
                        <p:cond delay="0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7" dur="1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1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185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6" fill="hold">
                      <p:stCondLst>
                        <p:cond delay="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9" dur="1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1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8" dur="1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1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1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7" dur="1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0" dur="1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6" dur="1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1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21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2" fill="hold">
                      <p:stCondLst>
                        <p:cond delay="0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5" dur="1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1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1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233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4" fill="hold">
                      <p:stCondLst>
                        <p:cond delay="0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7" dur="1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1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6" dur="1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1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1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5" dur="1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8" dur="1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260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1" fill="hold">
                      <p:stCondLst>
                        <p:cond delay="0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4" dur="1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1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69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0" fill="hold">
                      <p:stCondLst>
                        <p:cond delay="0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1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1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1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281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2" fill="hold">
                      <p:stCondLst>
                        <p:cond delay="0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5" dur="1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1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4" dur="1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1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1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3" dur="1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6" dur="1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1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1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17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8" fill="hold">
                      <p:stCondLst>
                        <p:cond delay="0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1" dur="1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1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8" dur="1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329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0" fill="hold">
                      <p:stCondLst>
                        <p:cond delay="0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3" dur="1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1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2" dur="1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1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9" dur="1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1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4" dur="1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3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7" fill="hold">
                      <p:stCondLst>
                        <p:cond delay="0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0" dur="1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1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365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6" fill="hold">
                      <p:stCondLst>
                        <p:cond delay="0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id="36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9" dur="1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3" dur="1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6" dur="1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377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8" fill="hold">
                      <p:stCondLst>
                        <p:cond delay="0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1" dur="1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5" dur="1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0" dur="1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4" dur="1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7" dur="1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9" dur="1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2" dur="1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404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5" fill="hold">
                      <p:stCondLst>
                        <p:cond delay="0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8" dur="1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2" dur="1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413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4" fill="hold">
                      <p:stCondLst>
                        <p:cond delay="0"/>
                      </p:stCondLst>
                      <p:childTnLst>
                        <p:par>
                          <p:cTn id="415" fill="hold">
                            <p:stCondLst>
                              <p:cond delay="0"/>
                            </p:stCondLst>
                            <p:childTnLst>
                              <p:par>
                                <p:cTn id="41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7" dur="1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" dur="1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4" dur="1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25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6" fill="hold">
                      <p:stCondLst>
                        <p:cond delay="0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9" dur="1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3" dur="1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8" dur="1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2" dur="1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5" dur="1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7" dur="1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0" dur="1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6" dur="1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0" dur="1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461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2" fill="hold">
                      <p:stCondLst>
                        <p:cond delay="0"/>
                      </p:stCondLst>
                      <p:childTnLst>
                        <p:par>
                          <p:cTn id="463" fill="hold">
                            <p:stCondLst>
                              <p:cond delay="0"/>
                            </p:stCondLst>
                            <p:childTnLst>
                              <p:par>
                                <p:cTn id="46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5" dur="1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9" dur="1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2" dur="1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473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4" fill="hold">
                      <p:stCondLst>
                        <p:cond delay="0"/>
                      </p:stCondLst>
                      <p:childTnLst>
                        <p:par>
                          <p:cTn id="475" fill="hold">
                            <p:stCondLst>
                              <p:cond delay="0"/>
                            </p:stCondLst>
                            <p:childTnLst>
                              <p:par>
                                <p:cTn id="47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7" dur="1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1" dur="1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6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87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8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489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0" fill="hold">
                      <p:stCondLst>
                        <p:cond delay="0"/>
                      </p:stCondLst>
                      <p:childTnLst>
                        <p:par>
                          <p:cTn id="491" fill="hold">
                            <p:stCondLst>
                              <p:cond delay="0"/>
                            </p:stCondLst>
                            <p:childTnLst>
                              <p:par>
                                <p:cTn id="49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3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94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5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49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7" fill="hold">
                      <p:stCondLst>
                        <p:cond delay="0"/>
                      </p:stCondLst>
                      <p:childTnLst>
                        <p:par>
                          <p:cTn id="498" fill="hold">
                            <p:stCondLst>
                              <p:cond delay="0"/>
                            </p:stCondLst>
                            <p:childTnLst>
                              <p:par>
                                <p:cTn id="49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0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01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2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503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4" fill="hold">
                      <p:stCondLst>
                        <p:cond delay="0"/>
                      </p:stCondLst>
                      <p:childTnLst>
                        <p:par>
                          <p:cTn id="505" fill="hold">
                            <p:stCondLst>
                              <p:cond delay="0"/>
                            </p:stCondLst>
                            <p:childTnLst>
                              <p:par>
                                <p:cTn id="50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7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08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9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51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1" fill="hold">
                      <p:stCondLst>
                        <p:cond delay="0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id="5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4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15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6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517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8" fill="hold">
                      <p:stCondLst>
                        <p:cond delay="0"/>
                      </p:stCondLst>
                      <p:childTnLst>
                        <p:par>
                          <p:cTn id="519" fill="hold">
                            <p:stCondLst>
                              <p:cond delay="0"/>
                            </p:stCondLst>
                            <p:childTnLst>
                              <p:par>
                                <p:cTn id="52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1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22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3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524" restart="whenNotActive" fill="hold" evtFilter="cancelBubble" nodeType="interactiveSeq">
                <p:stCondLst>
                  <p:cond evt="onClick" delay="0">
                    <p:tgtEl>
                      <p:spTgt spid="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5" fill="hold">
                      <p:stCondLst>
                        <p:cond delay="0"/>
                      </p:stCondLst>
                      <p:childTnLst>
                        <p:par>
                          <p:cTn id="526" fill="hold">
                            <p:stCondLst>
                              <p:cond delay="0"/>
                            </p:stCondLst>
                            <p:childTnLst>
                              <p:par>
                                <p:cTn id="52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8" dur="1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2" dur="1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5" dur="1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7" dur="1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0" dur="1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"/>
                  </p:tgtEl>
                </p:cond>
              </p:nextCondLst>
            </p:seq>
            <p:seq concurrent="1" nextAc="seek">
              <p:cTn id="542" restart="whenNotActive" fill="hold" evtFilter="cancelBubble" nodeType="interactiveSeq">
                <p:stCondLst>
                  <p:cond evt="onClick" delay="0">
                    <p:tgtEl>
                      <p:spTgt spid="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6" dur="1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0" dur="1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"/>
                  </p:tgtEl>
                </p:cond>
              </p:nextCondLst>
            </p:seq>
            <p:seq concurrent="1" nextAc="seek">
              <p:cTn id="551" restart="whenNotActive" fill="hold" evtFilter="cancelBubble" nodeType="interactiveSeq">
                <p:stCondLst>
                  <p:cond evt="onClick" delay="0">
                    <p:tgtEl>
                      <p:spTgt spid="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2" fill="hold">
                      <p:stCondLst>
                        <p:cond delay="0"/>
                      </p:stCondLst>
                      <p:childTnLst>
                        <p:par>
                          <p:cTn id="553" fill="hold">
                            <p:stCondLst>
                              <p:cond delay="0"/>
                            </p:stCondLst>
                            <p:childTnLst>
                              <p:par>
                                <p:cTn id="55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5" dur="1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9" dur="1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2" dur="1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"/>
                  </p:tgtEl>
                </p:cond>
              </p:nextCondLst>
            </p:seq>
            <p:seq concurrent="1" nextAc="seek">
              <p:cTn id="563" restart="whenNotActive" fill="hold" evtFilter="cancelBubble" nodeType="interactiveSeq">
                <p:stCondLst>
                  <p:cond evt="onClick" delay="0">
                    <p:tgtEl>
                      <p:spTgt spid="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4" fill="hold">
                      <p:stCondLst>
                        <p:cond delay="0"/>
                      </p:stCondLst>
                      <p:childTnLst>
                        <p:par>
                          <p:cTn id="565" fill="hold">
                            <p:stCondLst>
                              <p:cond delay="0"/>
                            </p:stCondLst>
                            <p:childTnLst>
                              <p:par>
                                <p:cTn id="56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7" dur="1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1" dur="1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"/>
                  </p:tgtEl>
                </p:cond>
              </p:nextCondLst>
            </p:seq>
            <p:seq concurrent="1" nextAc="seek">
              <p:cTn id="572" restart="whenNotActive" fill="hold" evtFilter="cancelBubble" nodeType="interactiveSeq">
                <p:stCondLst>
                  <p:cond evt="onClick" delay="0">
                    <p:tgtEl>
                      <p:spTgt spid="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3" fill="hold">
                      <p:stCondLst>
                        <p:cond delay="0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id="57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6" dur="1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0" dur="1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3" dur="1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5" dur="1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8" dur="1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"/>
                  </p:tgtEl>
                </p:cond>
              </p:nextCondLst>
            </p:seq>
            <p:seq concurrent="1" nextAc="seek">
              <p:cTn id="590" restart="whenNotActive" fill="hold" evtFilter="cancelBubble" nodeType="interactiveSeq">
                <p:stCondLst>
                  <p:cond evt="onClick" delay="0">
                    <p:tgtEl>
                      <p:spTgt spid="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4" dur="1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8" dur="1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"/>
                  </p:tgtEl>
                </p:cond>
              </p:nextCondLst>
            </p:seq>
            <p:seq concurrent="1" nextAc="seek">
              <p:cTn id="599" restart="whenNotActive" fill="hold" evtFilter="cancelBubble" nodeType="interactiveSeq">
                <p:stCondLst>
                  <p:cond evt="onClick" delay="0">
                    <p:tgtEl>
                      <p:spTgt spid="1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0" fill="hold">
                      <p:stCondLst>
                        <p:cond delay="0"/>
                      </p:stCondLst>
                      <p:childTnLst>
                        <p:par>
                          <p:cTn id="601" fill="hold">
                            <p:stCondLst>
                              <p:cond delay="0"/>
                            </p:stCondLst>
                            <p:childTnLst>
                              <p:par>
                                <p:cTn id="60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3" dur="1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7" dur="1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0" dur="1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1"/>
                  </p:tgtEl>
                </p:cond>
              </p:nextCondLst>
            </p:seq>
            <p:seq concurrent="1" nextAc="seek">
              <p:cTn id="611" restart="whenNotActive" fill="hold" evtFilter="cancelBubble" nodeType="interactiveSeq">
                <p:stCondLst>
                  <p:cond evt="onClick" delay="0">
                    <p:tgtEl>
                      <p:spTgt spid="1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2" fill="hold">
                      <p:stCondLst>
                        <p:cond delay="0"/>
                      </p:stCondLst>
                      <p:childTnLst>
                        <p:par>
                          <p:cTn id="613" fill="hold">
                            <p:stCondLst>
                              <p:cond delay="0"/>
                            </p:stCondLst>
                            <p:childTnLst>
                              <p:par>
                                <p:cTn id="61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5" dur="1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9" dur="1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"/>
                  </p:tgtEl>
                </p:cond>
              </p:nextCondLst>
            </p:seq>
            <p:seq concurrent="1" nextAc="seek">
              <p:cTn id="620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1" fill="hold">
                      <p:stCondLst>
                        <p:cond delay="0"/>
                      </p:stCondLst>
                      <p:childTnLst>
                        <p:par>
                          <p:cTn id="622" fill="hold">
                            <p:stCondLst>
                              <p:cond delay="0"/>
                            </p:stCondLst>
                            <p:childTnLst>
                              <p:par>
                                <p:cTn id="6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4" dur="1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8" dur="1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1" dur="1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3" dur="1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6" dur="1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638" restart="whenNotActive" fill="hold" evtFilter="cancelBubble" nodeType="interactiveSeq">
                <p:stCondLst>
                  <p:cond evt="onClick" delay="0">
                    <p:tgtEl>
                      <p:spTgt spid="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9" fill="hold">
                      <p:stCondLst>
                        <p:cond delay="0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2" dur="1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6" dur="1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"/>
                  </p:tgtEl>
                </p:cond>
              </p:nextCondLst>
            </p:seq>
            <p:seq concurrent="1" nextAc="seek">
              <p:cTn id="647" restart="whenNotActive" fill="hold" evtFilter="cancelBubble" nodeType="interactiveSeq">
                <p:stCondLst>
                  <p:cond evt="onClick" delay="0">
                    <p:tgtEl>
                      <p:spTgt spid="1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8" fill="hold">
                      <p:stCondLst>
                        <p:cond delay="0"/>
                      </p:stCondLst>
                      <p:childTnLst>
                        <p:par>
                          <p:cTn id="649" fill="hold">
                            <p:stCondLst>
                              <p:cond delay="0"/>
                            </p:stCondLst>
                            <p:childTnLst>
                              <p:par>
                                <p:cTn id="6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1" dur="1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5" dur="1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8" dur="1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"/>
                  </p:tgtEl>
                </p:cond>
              </p:nextCondLst>
            </p:seq>
            <p:seq concurrent="1" nextAc="seek">
              <p:cTn id="659" restart="whenNotActive" fill="hold" evtFilter="cancelBubble" nodeType="interactiveSeq">
                <p:stCondLst>
                  <p:cond evt="onClick" delay="0">
                    <p:tgtEl>
                      <p:spTgt spid="1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0" fill="hold">
                      <p:stCondLst>
                        <p:cond delay="0"/>
                      </p:stCondLst>
                      <p:childTnLst>
                        <p:par>
                          <p:cTn id="661" fill="hold">
                            <p:stCondLst>
                              <p:cond delay="0"/>
                            </p:stCondLst>
                            <p:childTnLst>
                              <p:par>
                                <p:cTn id="66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3" dur="1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7" dur="1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"/>
                  </p:tgtEl>
                </p:cond>
              </p:nextCondLst>
            </p:seq>
            <p:seq concurrent="1" nextAc="seek">
              <p:cTn id="668" restart="whenNotActive" fill="hold" evtFilter="cancelBubble" nodeType="interactiveSeq">
                <p:stCondLst>
                  <p:cond evt="onClick" delay="0">
                    <p:tgtEl>
                      <p:spTgt spid="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9" fill="hold">
                      <p:stCondLst>
                        <p:cond delay="0"/>
                      </p:stCondLst>
                      <p:childTnLst>
                        <p:par>
                          <p:cTn id="670" fill="hold">
                            <p:stCondLst>
                              <p:cond delay="0"/>
                            </p:stCondLst>
                            <p:childTnLst>
                              <p:par>
                                <p:cTn id="67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2" dur="1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6" dur="1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9" dur="1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1" dur="1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4" dur="1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8"/>
                  </p:tgtEl>
                </p:cond>
              </p:nextCondLst>
            </p:seq>
            <p:seq concurrent="1" nextAc="seek">
              <p:cTn id="686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7" fill="hold">
                      <p:stCondLst>
                        <p:cond delay="0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0" dur="1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4" dur="1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  <p:seq concurrent="1" nextAc="seek">
              <p:cTn id="695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6" fill="hold">
                      <p:stCondLst>
                        <p:cond delay="0"/>
                      </p:stCondLst>
                      <p:childTnLst>
                        <p:par>
                          <p:cTn id="697" fill="hold">
                            <p:stCondLst>
                              <p:cond delay="0"/>
                            </p:stCondLst>
                            <p:childTnLst>
                              <p:par>
                                <p:cTn id="69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9" dur="1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3" dur="1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6" dur="1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707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8" fill="hold">
                      <p:stCondLst>
                        <p:cond delay="0"/>
                      </p:stCondLst>
                      <p:childTnLst>
                        <p:par>
                          <p:cTn id="709" fill="hold">
                            <p:stCondLst>
                              <p:cond delay="0"/>
                            </p:stCondLst>
                            <p:childTnLst>
                              <p:par>
                                <p:cTn id="7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1" dur="1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5" dur="1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716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7" fill="hold">
                      <p:stCondLst>
                        <p:cond delay="0"/>
                      </p:stCondLst>
                      <p:childTnLst>
                        <p:par>
                          <p:cTn id="718" fill="hold">
                            <p:stCondLst>
                              <p:cond delay="0"/>
                            </p:stCondLst>
                            <p:childTnLst>
                              <p:par>
                                <p:cTn id="7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0" dur="1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4" dur="1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7" dur="1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9" dur="1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2" dur="1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734" restart="whenNotActive" fill="hold" evtFilter="cancelBubble" nodeType="interactiveSeq">
                <p:stCondLst>
                  <p:cond evt="onClick" delay="0">
                    <p:tgtEl>
                      <p:spTgt spid="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5" fill="hold">
                      <p:stCondLst>
                        <p:cond delay="0"/>
                      </p:stCondLst>
                      <p:childTnLst>
                        <p:par>
                          <p:cTn id="736" fill="hold">
                            <p:stCondLst>
                              <p:cond delay="0"/>
                            </p:stCondLst>
                            <p:childTnLst>
                              <p:par>
                                <p:cTn id="7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8" dur="1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2" dur="1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"/>
                  </p:tgtEl>
                </p:cond>
              </p:nextCondLst>
            </p:seq>
            <p:seq concurrent="1" nextAc="seek">
              <p:cTn id="743" restart="whenNotActive" fill="hold" evtFilter="cancelBubble" nodeType="interactiveSeq">
                <p:stCondLst>
                  <p:cond evt="onClick" delay="0">
                    <p:tgtEl>
                      <p:spTgt spid="1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4" fill="hold">
                      <p:stCondLst>
                        <p:cond delay="0"/>
                      </p:stCondLst>
                      <p:childTnLst>
                        <p:par>
                          <p:cTn id="745" fill="hold">
                            <p:stCondLst>
                              <p:cond delay="0"/>
                            </p:stCondLst>
                            <p:childTnLst>
                              <p:par>
                                <p:cTn id="74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7" dur="1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1" dur="1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4" dur="1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"/>
                  </p:tgtEl>
                </p:cond>
              </p:nextCondLst>
            </p:seq>
            <p:seq concurrent="1" nextAc="seek">
              <p:cTn id="755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6" fill="hold">
                      <p:stCondLst>
                        <p:cond delay="0"/>
                      </p:stCondLst>
                      <p:childTnLst>
                        <p:par>
                          <p:cTn id="757" fill="hold">
                            <p:stCondLst>
                              <p:cond delay="0"/>
                            </p:stCondLst>
                            <p:childTnLst>
                              <p:par>
                                <p:cTn id="75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9" dur="1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3" dur="1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764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5" fill="hold">
                      <p:stCondLst>
                        <p:cond delay="0"/>
                      </p:stCondLst>
                      <p:childTnLst>
                        <p:par>
                          <p:cTn id="766" fill="hold">
                            <p:stCondLst>
                              <p:cond delay="0"/>
                            </p:stCondLst>
                            <p:childTnLst>
                              <p:par>
                                <p:cTn id="76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8" dur="1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2" dur="1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5" dur="1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7" dur="1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0" dur="1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  <p:seq concurrent="1" nextAc="seek">
              <p:cTn id="782" restart="whenNotActive" fill="hold" evtFilter="cancelBubble" nodeType="interactiveSeq">
                <p:stCondLst>
                  <p:cond evt="onClick" delay="0">
                    <p:tgtEl>
                      <p:spTgt spid="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3" fill="hold">
                      <p:stCondLst>
                        <p:cond delay="0"/>
                      </p:stCondLst>
                      <p:childTnLst>
                        <p:par>
                          <p:cTn id="784" fill="hold">
                            <p:stCondLst>
                              <p:cond delay="0"/>
                            </p:stCondLst>
                            <p:childTnLst>
                              <p:par>
                                <p:cTn id="78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6" dur="1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0" dur="1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"/>
                  </p:tgtEl>
                </p:cond>
              </p:nextCondLst>
            </p:seq>
            <p:seq concurrent="1" nextAc="seek">
              <p:cTn id="791" restart="whenNotActive" fill="hold" evtFilter="cancelBubble" nodeType="interactiveSeq">
                <p:stCondLst>
                  <p:cond evt="onClick" delay="0">
                    <p:tgtEl>
                      <p:spTgt spid="1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2" fill="hold">
                      <p:stCondLst>
                        <p:cond delay="0"/>
                      </p:stCondLst>
                      <p:childTnLst>
                        <p:par>
                          <p:cTn id="793" fill="hold">
                            <p:stCondLst>
                              <p:cond delay="0"/>
                            </p:stCondLst>
                            <p:childTnLst>
                              <p:par>
                                <p:cTn id="79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5" dur="1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9" dur="1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2" dur="1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9"/>
                  </p:tgtEl>
                </p:cond>
              </p:nextCondLst>
            </p:seq>
            <p:seq concurrent="1" nextAc="seek">
              <p:cTn id="803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4" fill="hold">
                      <p:stCondLst>
                        <p:cond delay="0"/>
                      </p:stCondLst>
                      <p:childTnLst>
                        <p:par>
                          <p:cTn id="805" fill="hold">
                            <p:stCondLst>
                              <p:cond delay="0"/>
                            </p:stCondLst>
                            <p:childTnLst>
                              <p:par>
                                <p:cTn id="80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7" dur="1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1" dur="1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812" restart="whenNotActive" fill="hold" evtFilter="cancelBubble" nodeType="interactiveSeq">
                <p:stCondLst>
                  <p:cond evt="onClick" delay="0">
                    <p:tgtEl>
                      <p:spTgt spid="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3" fill="hold">
                      <p:stCondLst>
                        <p:cond delay="0"/>
                      </p:stCondLst>
                      <p:childTnLst>
                        <p:par>
                          <p:cTn id="814" fill="hold">
                            <p:stCondLst>
                              <p:cond delay="0"/>
                            </p:stCondLst>
                            <p:childTnLst>
                              <p:par>
                                <p:cTn id="8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6" dur="1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0" dur="1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3" dur="1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5" dur="1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8" dur="1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"/>
                  </p:tgtEl>
                </p:cond>
              </p:nextCondLst>
            </p:seq>
            <p:seq concurrent="1" nextAc="seek">
              <p:cTn id="830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1" fill="hold">
                      <p:stCondLst>
                        <p:cond delay="0"/>
                      </p:stCondLst>
                      <p:childTnLst>
                        <p:par>
                          <p:cTn id="832" fill="hold">
                            <p:stCondLst>
                              <p:cond delay="0"/>
                            </p:stCondLst>
                            <p:childTnLst>
                              <p:par>
                                <p:cTn id="83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4" dur="1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8" dur="1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  <p:seq concurrent="1" nextAc="seek">
              <p:cTn id="839" restart="whenNotActive" fill="hold" evtFilter="cancelBubble" nodeType="interactiveSeq">
                <p:stCondLst>
                  <p:cond evt="onClick" delay="0">
                    <p:tgtEl>
                      <p:spTgt spid="1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0" fill="hold">
                      <p:stCondLst>
                        <p:cond delay="0"/>
                      </p:stCondLst>
                      <p:childTnLst>
                        <p:par>
                          <p:cTn id="841" fill="hold">
                            <p:stCondLst>
                              <p:cond delay="0"/>
                            </p:stCondLst>
                            <p:childTnLst>
                              <p:par>
                                <p:cTn id="8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3" dur="1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7" dur="1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0" dur="1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1"/>
                  </p:tgtEl>
                </p:cond>
              </p:nextCondLst>
            </p:seq>
            <p:seq concurrent="1" nextAc="seek">
              <p:cTn id="851" restart="whenNotActive" fill="hold" evtFilter="cancelBubble" nodeType="interactiveSeq">
                <p:stCondLst>
                  <p:cond evt="onClick" delay="0">
                    <p:tgtEl>
                      <p:spTgt spid="1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2" fill="hold">
                      <p:stCondLst>
                        <p:cond delay="0"/>
                      </p:stCondLst>
                      <p:childTnLst>
                        <p:par>
                          <p:cTn id="853" fill="hold">
                            <p:stCondLst>
                              <p:cond delay="0"/>
                            </p:stCondLst>
                            <p:childTnLst>
                              <p:par>
                                <p:cTn id="85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5" dur="1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9" dur="1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"/>
                  </p:tgtEl>
                </p:cond>
              </p:nextCondLst>
            </p:seq>
            <p:seq concurrent="1" nextAc="seek">
              <p:cTn id="860" restart="whenNotActive" fill="hold" evtFilter="cancelBubble" nodeType="interactiveSeq">
                <p:stCondLst>
                  <p:cond evt="onClick" delay="0">
                    <p:tgtEl>
                      <p:spTgt spid="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1" fill="hold">
                      <p:stCondLst>
                        <p:cond delay="0"/>
                      </p:stCondLst>
                      <p:childTnLst>
                        <p:par>
                          <p:cTn id="862" fill="hold">
                            <p:stCondLst>
                              <p:cond delay="0"/>
                            </p:stCondLst>
                            <p:childTnLst>
                              <p:par>
                                <p:cTn id="86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4" dur="1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8" dur="1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1" dur="1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3" dur="1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6" dur="1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6"/>
                  </p:tgtEl>
                </p:cond>
              </p:nextCondLst>
            </p:seq>
            <p:seq concurrent="1" nextAc="seek">
              <p:cTn id="878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9" fill="hold">
                      <p:stCondLst>
                        <p:cond delay="0"/>
                      </p:stCondLst>
                      <p:childTnLst>
                        <p:par>
                          <p:cTn id="880" fill="hold">
                            <p:stCondLst>
                              <p:cond delay="0"/>
                            </p:stCondLst>
                            <p:childTnLst>
                              <p:par>
                                <p:cTn id="88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2" dur="1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6" dur="1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887" restart="whenNotActive" fill="hold" evtFilter="cancelBubble" nodeType="interactiveSeq">
                <p:stCondLst>
                  <p:cond evt="onClick" delay="0">
                    <p:tgtEl>
                      <p:spTgt spid="1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8" fill="hold">
                      <p:stCondLst>
                        <p:cond delay="0"/>
                      </p:stCondLst>
                      <p:childTnLst>
                        <p:par>
                          <p:cTn id="889" fill="hold">
                            <p:stCondLst>
                              <p:cond delay="0"/>
                            </p:stCondLst>
                            <p:childTnLst>
                              <p:par>
                                <p:cTn id="89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1" dur="1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5" dur="1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8" dur="1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"/>
                  </p:tgtEl>
                </p:cond>
              </p:nextCondLst>
            </p:seq>
            <p:seq concurrent="1" nextAc="seek">
              <p:cTn id="899" restart="whenNotActive" fill="hold" evtFilter="cancelBubble" nodeType="interactiveSeq">
                <p:stCondLst>
                  <p:cond evt="onClick" delay="0">
                    <p:tgtEl>
                      <p:spTgt spid="1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0" fill="hold">
                      <p:stCondLst>
                        <p:cond delay="0"/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90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3" dur="1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7" dur="1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"/>
                  </p:tgtEl>
                </p:cond>
              </p:nextCondLst>
            </p:seq>
            <p:seq concurrent="1" nextAc="seek">
              <p:cTn id="908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9" fill="hold">
                      <p:stCondLst>
                        <p:cond delay="0"/>
                      </p:stCondLst>
                      <p:childTnLst>
                        <p:par>
                          <p:cTn id="910" fill="hold">
                            <p:stCondLst>
                              <p:cond delay="0"/>
                            </p:stCondLst>
                            <p:childTnLst>
                              <p:par>
                                <p:cTn id="9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2" dur="1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6" dur="1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9" dur="1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1" dur="1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4" dur="1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926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7" fill="hold">
                      <p:stCondLst>
                        <p:cond delay="0"/>
                      </p:stCondLst>
                      <p:childTnLst>
                        <p:par>
                          <p:cTn id="928" fill="hold">
                            <p:stCondLst>
                              <p:cond delay="0"/>
                            </p:stCondLst>
                            <p:childTnLst>
                              <p:par>
                                <p:cTn id="9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0" dur="1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4" dur="1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935" restart="whenNotActive" fill="hold" evtFilter="cancelBubble" nodeType="interactiveSeq">
                <p:stCondLst>
                  <p:cond evt="onClick" delay="0">
                    <p:tgtEl>
                      <p:spTgt spid="1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6" fill="hold">
                      <p:stCondLst>
                        <p:cond delay="0"/>
                      </p:stCondLst>
                      <p:childTnLst>
                        <p:par>
                          <p:cTn id="937" fill="hold">
                            <p:stCondLst>
                              <p:cond delay="0"/>
                            </p:stCondLst>
                            <p:childTnLst>
                              <p:par>
                                <p:cTn id="93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9" dur="1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3" dur="1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6" dur="1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5"/>
                  </p:tgtEl>
                </p:cond>
              </p:nextCondLst>
            </p:seq>
            <p:seq concurrent="1" nextAc="seek">
              <p:cTn id="947" restart="whenNotActive" fill="hold" evtFilter="cancelBubble" nodeType="interactiveSeq">
                <p:stCondLst>
                  <p:cond evt="onClick" delay="0">
                    <p:tgtEl>
                      <p:spTgt spid="1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8" fill="hold">
                      <p:stCondLst>
                        <p:cond delay="0"/>
                      </p:stCondLst>
                      <p:childTnLst>
                        <p:par>
                          <p:cTn id="949" fill="hold">
                            <p:stCondLst>
                              <p:cond delay="0"/>
                            </p:stCondLst>
                            <p:childTnLst>
                              <p:par>
                                <p:cTn id="9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1" dur="1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5" dur="1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"/>
                  </p:tgtEl>
                </p:cond>
              </p:nextCondLst>
            </p:seq>
            <p:seq concurrent="1" nextAc="seek">
              <p:cTn id="956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7" fill="hold">
                      <p:stCondLst>
                        <p:cond delay="0"/>
                      </p:stCondLst>
                      <p:childTnLst>
                        <p:par>
                          <p:cTn id="958" fill="hold">
                            <p:stCondLst>
                              <p:cond delay="0"/>
                            </p:stCondLst>
                            <p:childTnLst>
                              <p:par>
                                <p:cTn id="9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0" dur="1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4" dur="1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7" dur="1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9" dur="1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2" dur="1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974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5" fill="hold">
                      <p:stCondLst>
                        <p:cond delay="0"/>
                      </p:stCondLst>
                      <p:childTnLst>
                        <p:par>
                          <p:cTn id="976" fill="hold">
                            <p:stCondLst>
                              <p:cond delay="0"/>
                            </p:stCondLst>
                            <p:childTnLst>
                              <p:par>
                                <p:cTn id="97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8" dur="1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2" dur="1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  <p:seq concurrent="1" nextAc="seek">
              <p:cTn id="983" restart="whenNotActive" fill="hold" evtFilter="cancelBubble" nodeType="interactiveSeq">
                <p:stCondLst>
                  <p:cond evt="onClick" delay="0">
                    <p:tgtEl>
                      <p:spTgt spid="1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4" fill="hold">
                      <p:stCondLst>
                        <p:cond delay="0"/>
                      </p:stCondLst>
                      <p:childTnLst>
                        <p:par>
                          <p:cTn id="985" fill="hold">
                            <p:stCondLst>
                              <p:cond delay="0"/>
                            </p:stCondLst>
                            <p:childTnLst>
                              <p:par>
                                <p:cTn id="98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7" dur="1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1" dur="1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4" dur="1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7"/>
                  </p:tgtEl>
                </p:cond>
              </p:nextCondLst>
            </p:seq>
            <p:seq concurrent="1" nextAc="seek">
              <p:cTn id="995" restart="whenNotActive" fill="hold" evtFilter="cancelBubble" nodeType="interactiveSeq">
                <p:stCondLst>
                  <p:cond evt="onClick" delay="0">
                    <p:tgtEl>
                      <p:spTgt spid="1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6" fill="hold">
                      <p:stCondLst>
                        <p:cond delay="0"/>
                      </p:stCondLst>
                      <p:childTnLst>
                        <p:par>
                          <p:cTn id="997" fill="hold">
                            <p:stCondLst>
                              <p:cond delay="0"/>
                            </p:stCondLst>
                            <p:childTnLst>
                              <p:par>
                                <p:cTn id="99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9" dur="1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3" dur="1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"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5" grpId="2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8" grpId="2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1" grpId="2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4" grpId="2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7" grpId="2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0" grpId="2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3" grpId="2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6" grpId="2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29" grpId="2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2" grpId="2" animBg="1"/>
      <p:bldP spid="33" grpId="0" animBg="1"/>
      <p:bldP spid="33" grpId="1" animBg="1"/>
      <p:bldP spid="34" grpId="0" animBg="1"/>
      <p:bldP spid="34" grpId="1" animBg="1"/>
      <p:bldP spid="34" grpId="2" animBg="1"/>
      <p:bldP spid="35" grpId="0" animBg="1"/>
      <p:bldP spid="35" grpId="1" animBg="1"/>
      <p:bldP spid="36" grpId="0" animBg="1"/>
      <p:bldP spid="36" grpId="1" animBg="1"/>
      <p:bldP spid="36" grpId="2" animBg="1"/>
      <p:bldP spid="37" grpId="0" animBg="1"/>
      <p:bldP spid="37" grpId="1" animBg="1"/>
      <p:bldP spid="38" grpId="0" animBg="1"/>
      <p:bldP spid="38" grpId="1" animBg="1"/>
      <p:bldP spid="38" grpId="2" animBg="1"/>
      <p:bldP spid="39" grpId="0" animBg="1"/>
      <p:bldP spid="39" grpId="1" animBg="1"/>
      <p:bldP spid="40" grpId="0" animBg="1"/>
      <p:bldP spid="40" grpId="1" animBg="1"/>
      <p:bldP spid="40" grpId="2" animBg="1"/>
      <p:bldP spid="41" grpId="0" animBg="1"/>
      <p:bldP spid="41" grpId="1" animBg="1"/>
      <p:bldP spid="42" grpId="0" animBg="1"/>
      <p:bldP spid="42" grpId="1" animBg="1"/>
      <p:bldP spid="42" grpId="2" animBg="1"/>
      <p:bldP spid="43" grpId="0" animBg="1"/>
      <p:bldP spid="43" grpId="1" animBg="1"/>
      <p:bldP spid="44" grpId="0" animBg="1"/>
      <p:bldP spid="44" grpId="1" animBg="1"/>
      <p:bldP spid="44" grpId="2" animBg="1"/>
      <p:bldP spid="45" grpId="0" animBg="1"/>
      <p:bldP spid="45" grpId="1" animBg="1"/>
      <p:bldP spid="46" grpId="0" animBg="1"/>
      <p:bldP spid="46" grpId="1" animBg="1"/>
      <p:bldP spid="46" grpId="2" animBg="1"/>
      <p:bldP spid="47" grpId="0" animBg="1"/>
      <p:bldP spid="47" grpId="1" animBg="1"/>
      <p:bldP spid="48" grpId="0" animBg="1"/>
      <p:bldP spid="48" grpId="1" animBg="1"/>
      <p:bldP spid="48" grpId="2" animBg="1"/>
      <p:bldP spid="49" grpId="0" animBg="1"/>
      <p:bldP spid="49" grpId="1" animBg="1"/>
      <p:bldP spid="50" grpId="0" animBg="1"/>
      <p:bldP spid="50" grpId="1" animBg="1"/>
      <p:bldP spid="50" grpId="2" animBg="1"/>
      <p:bldP spid="51" grpId="0" animBg="1"/>
      <p:bldP spid="51" grpId="1" animBg="1"/>
      <p:bldP spid="52" grpId="0" animBg="1"/>
      <p:bldP spid="52" grpId="1" animBg="1"/>
      <p:bldP spid="52" grpId="2" animBg="1"/>
      <p:bldP spid="53" grpId="0" animBg="1"/>
      <p:bldP spid="53" grpId="1" animBg="1"/>
      <p:bldP spid="68" grpId="0" animBg="1"/>
      <p:bldP spid="68" grpId="1" animBg="1"/>
      <p:bldP spid="69" grpId="0" animBg="1"/>
      <p:bldP spid="69" grpId="1" animBg="1"/>
      <p:bldP spid="69" grpId="2" animBg="1"/>
      <p:bldP spid="70" grpId="0" animBg="1"/>
      <p:bldP spid="70" grpId="1" animBg="1"/>
      <p:bldP spid="71" grpId="0" animBg="1"/>
      <p:bldP spid="71" grpId="1" animBg="1"/>
      <p:bldP spid="72" grpId="0" animBg="1"/>
      <p:bldP spid="72" grpId="1" animBg="1"/>
      <p:bldP spid="72" grpId="2" animBg="1"/>
      <p:bldP spid="73" grpId="0" animBg="1"/>
      <p:bldP spid="73" grpId="1" animBg="1"/>
      <p:bldP spid="74" grpId="0" animBg="1"/>
      <p:bldP spid="74" grpId="1" animBg="1"/>
      <p:bldP spid="75" grpId="0" animBg="1"/>
      <p:bldP spid="75" grpId="1" animBg="1"/>
      <p:bldP spid="75" grpId="2" animBg="1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  <p:bldP spid="78" grpId="2" animBg="1"/>
      <p:bldP spid="79" grpId="0" animBg="1"/>
      <p:bldP spid="79" grpId="1" animBg="1"/>
      <p:bldP spid="80" grpId="0" animBg="1"/>
      <p:bldP spid="80" grpId="1" animBg="1"/>
      <p:bldP spid="81" grpId="0" animBg="1"/>
      <p:bldP spid="81" grpId="1" animBg="1"/>
      <p:bldP spid="81" grpId="2" animBg="1"/>
      <p:bldP spid="82" grpId="0" animBg="1"/>
      <p:bldP spid="82" grpId="1" animBg="1"/>
      <p:bldP spid="83" grpId="0" animBg="1"/>
      <p:bldP spid="83" grpId="1" animBg="1"/>
      <p:bldP spid="84" grpId="0" animBg="1"/>
      <p:bldP spid="84" grpId="1" animBg="1"/>
      <p:bldP spid="84" grpId="2" animBg="1"/>
      <p:bldP spid="85" grpId="0" animBg="1"/>
      <p:bldP spid="85" grpId="1" animBg="1"/>
      <p:bldP spid="86" grpId="0" animBg="1"/>
      <p:bldP spid="86" grpId="1" animBg="1"/>
      <p:bldP spid="87" grpId="0" animBg="1"/>
      <p:bldP spid="87" grpId="1" animBg="1"/>
      <p:bldP spid="87" grpId="2" animBg="1"/>
      <p:bldP spid="88" grpId="0" animBg="1"/>
      <p:bldP spid="88" grpId="1" animBg="1"/>
      <p:bldP spid="89" grpId="0" animBg="1"/>
      <p:bldP spid="89" grpId="1" animBg="1"/>
      <p:bldP spid="90" grpId="0" animBg="1"/>
      <p:bldP spid="90" grpId="1" animBg="1"/>
      <p:bldP spid="90" grpId="2" animBg="1"/>
      <p:bldP spid="91" grpId="0" animBg="1"/>
      <p:bldP spid="91" grpId="1" animBg="1"/>
      <p:bldP spid="92" grpId="0" animBg="1"/>
      <p:bldP spid="92" grpId="1" animBg="1"/>
      <p:bldP spid="93" grpId="0" animBg="1"/>
      <p:bldP spid="93" grpId="1" animBg="1"/>
      <p:bldP spid="93" grpId="2" animBg="1"/>
      <p:bldP spid="94" grpId="0" animBg="1"/>
      <p:bldP spid="94" grpId="1" animBg="1"/>
      <p:bldP spid="95" grpId="0" animBg="1"/>
      <p:bldP spid="95" grpId="1" animBg="1"/>
      <p:bldP spid="96" grpId="0" animBg="1"/>
      <p:bldP spid="96" grpId="1" animBg="1"/>
      <p:bldP spid="96" grpId="2" animBg="1"/>
      <p:bldP spid="97" grpId="0" animBg="1"/>
      <p:bldP spid="97" grpId="1" animBg="1"/>
      <p:bldP spid="98" grpId="0" animBg="1"/>
      <p:bldP spid="98" grpId="1" animBg="1"/>
      <p:bldP spid="98" grpId="2" animBg="1"/>
      <p:bldP spid="99" grpId="0" animBg="1"/>
      <p:bldP spid="99" grpId="1" animBg="1"/>
      <p:bldP spid="100" grpId="0" animBg="1"/>
      <p:bldP spid="100" grpId="1" animBg="1"/>
      <p:bldP spid="100" grpId="2" animBg="1"/>
      <p:bldP spid="101" grpId="0" animBg="1"/>
      <p:bldP spid="101" grpId="1" animBg="1"/>
      <p:bldP spid="102" grpId="0" animBg="1"/>
      <p:bldP spid="102" grpId="1" animBg="1"/>
      <p:bldP spid="102" grpId="2" animBg="1"/>
      <p:bldP spid="103" grpId="0" animBg="1"/>
      <p:bldP spid="103" grpId="1" animBg="1"/>
      <p:bldP spid="104" grpId="0" animBg="1"/>
      <p:bldP spid="104" grpId="1" animBg="1"/>
      <p:bldP spid="104" grpId="2" animBg="1"/>
      <p:bldP spid="105" grpId="0" animBg="1"/>
      <p:bldP spid="105" grpId="1" animBg="1"/>
      <p:bldP spid="106" grpId="0" animBg="1"/>
      <p:bldP spid="106" grpId="1" animBg="1"/>
      <p:bldP spid="106" grpId="2" animBg="1"/>
      <p:bldP spid="107" grpId="0" animBg="1"/>
      <p:bldP spid="107" grpId="1" animBg="1"/>
      <p:bldP spid="108" grpId="0" animBg="1"/>
      <p:bldP spid="108" grpId="1" animBg="1"/>
      <p:bldP spid="108" grpId="2" animBg="1"/>
      <p:bldP spid="109" grpId="0" animBg="1"/>
      <p:bldP spid="109" grpId="1" animBg="1"/>
      <p:bldP spid="110" grpId="0" animBg="1"/>
      <p:bldP spid="110" grpId="1" animBg="1"/>
      <p:bldP spid="110" grpId="2" animBg="1"/>
      <p:bldP spid="111" grpId="0" animBg="1"/>
      <p:bldP spid="111" grpId="1" animBg="1"/>
      <p:bldP spid="112" grpId="0" animBg="1"/>
      <p:bldP spid="112" grpId="1" animBg="1"/>
      <p:bldP spid="112" grpId="2" animBg="1"/>
      <p:bldP spid="113" grpId="0" animBg="1"/>
      <p:bldP spid="113" grpId="1" animBg="1"/>
      <p:bldP spid="114" grpId="0" animBg="1"/>
      <p:bldP spid="114" grpId="1" animBg="1"/>
      <p:bldP spid="114" grpId="2" animBg="1"/>
      <p:bldP spid="115" grpId="0" animBg="1"/>
      <p:bldP spid="115" grpId="1" animBg="1"/>
      <p:bldP spid="116" grpId="0" animBg="1"/>
      <p:bldP spid="116" grpId="1" animBg="1"/>
      <p:bldP spid="116" grpId="2" animBg="1"/>
      <p:bldP spid="117" grpId="0" animBg="1"/>
      <p:bldP spid="117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9DEB3F-9D4A-4209-84C0-1EDB468C5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600" y="179653"/>
            <a:ext cx="11018460" cy="35138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6F0267-1878-44A4-A7B2-1A42A7E12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952" y="709507"/>
            <a:ext cx="2604353" cy="410538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B02A623-7A99-4B90-8ABB-2B420C19E030}"/>
              </a:ext>
            </a:extLst>
          </p:cNvPr>
          <p:cNvSpPr/>
          <p:nvPr/>
        </p:nvSpPr>
        <p:spPr>
          <a:xfrm>
            <a:off x="3840480" y="4324574"/>
            <a:ext cx="1828800" cy="54864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rgbClr val="002060"/>
                  </a:solidFill>
                </a:ln>
                <a:solidFill>
                  <a:srgbClr val="7030A0"/>
                </a:solidFill>
              </a:rPr>
              <a:t>True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2DD3106-7165-4A7F-BFDC-DDB2128D6A63}"/>
              </a:ext>
            </a:extLst>
          </p:cNvPr>
          <p:cNvSpPr/>
          <p:nvPr/>
        </p:nvSpPr>
        <p:spPr>
          <a:xfrm>
            <a:off x="6319520" y="4324574"/>
            <a:ext cx="1828800" cy="54864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rgbClr val="002060"/>
                  </a:solidFill>
                </a:ln>
                <a:solidFill>
                  <a:srgbClr val="7030A0"/>
                </a:solidFill>
              </a:rPr>
              <a:t>False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D3EF2DE-3388-4462-B118-813B68C6DF27}"/>
              </a:ext>
            </a:extLst>
          </p:cNvPr>
          <p:cNvSpPr/>
          <p:nvPr/>
        </p:nvSpPr>
        <p:spPr>
          <a:xfrm>
            <a:off x="519952" y="129042"/>
            <a:ext cx="11316448" cy="2475203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F988FDD-E63F-4BA9-ACD7-8D3BB5A74502}"/>
              </a:ext>
            </a:extLst>
          </p:cNvPr>
          <p:cNvSpPr/>
          <p:nvPr/>
        </p:nvSpPr>
        <p:spPr>
          <a:xfrm>
            <a:off x="411778" y="4673600"/>
            <a:ext cx="1739153" cy="1573306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Time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599D4A7-BA04-4480-8155-E53BB7A948B1}"/>
              </a:ext>
            </a:extLst>
          </p:cNvPr>
          <p:cNvSpPr/>
          <p:nvPr/>
        </p:nvSpPr>
        <p:spPr>
          <a:xfrm>
            <a:off x="670560" y="2687319"/>
            <a:ext cx="10738522" cy="1006139"/>
          </a:xfrm>
          <a:prstGeom prst="roundRect">
            <a:avLst/>
          </a:prstGeom>
          <a:solidFill>
            <a:srgbClr val="FF0000">
              <a:alpha val="1882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95B99A-4FA5-49A1-91C3-532489185419}"/>
              </a:ext>
            </a:extLst>
          </p:cNvPr>
          <p:cNvSpPr/>
          <p:nvPr/>
        </p:nvSpPr>
        <p:spPr>
          <a:xfrm>
            <a:off x="3657600" y="4224768"/>
            <a:ext cx="2194560" cy="731520"/>
          </a:xfrm>
          <a:prstGeom prst="rect">
            <a:avLst/>
          </a:prstGeom>
          <a:solidFill>
            <a:srgbClr val="4472C4">
              <a:alpha val="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603F24-EA64-4A4A-8506-8C292DC64AF9}"/>
              </a:ext>
            </a:extLst>
          </p:cNvPr>
          <p:cNvSpPr/>
          <p:nvPr/>
        </p:nvSpPr>
        <p:spPr>
          <a:xfrm>
            <a:off x="6096000" y="4224768"/>
            <a:ext cx="2194560" cy="731520"/>
          </a:xfrm>
          <a:prstGeom prst="rect">
            <a:avLst/>
          </a:prstGeom>
          <a:solidFill>
            <a:srgbClr val="4472C4">
              <a:alpha val="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49CAB36-3BA6-4768-B359-A73BB095752B}"/>
              </a:ext>
            </a:extLst>
          </p:cNvPr>
          <p:cNvSpPr/>
          <p:nvPr/>
        </p:nvSpPr>
        <p:spPr>
          <a:xfrm>
            <a:off x="670560" y="2687319"/>
            <a:ext cx="10738522" cy="1006139"/>
          </a:xfrm>
          <a:prstGeom prst="roundRect">
            <a:avLst/>
          </a:prstGeom>
          <a:solidFill>
            <a:srgbClr val="00B05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endParaRPr lang="en-US" dirty="0">
              <a:ln w="0">
                <a:solidFill>
                  <a:schemeClr val="accent6">
                    <a:lumMod val="50000"/>
                  </a:schemeClr>
                </a:solidFill>
              </a:ln>
              <a:solidFill>
                <a:srgbClr val="00B050"/>
              </a:solidFill>
              <a:effectLst>
                <a:glow rad="63500">
                  <a:schemeClr val="accent4">
                    <a:satMod val="175000"/>
                    <a:alpha val="40000"/>
                  </a:schemeClr>
                </a:glow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9" name="Smiley Face 18">
            <a:extLst>
              <a:ext uri="{FF2B5EF4-FFF2-40B4-BE49-F238E27FC236}">
                <a16:creationId xmlns:a16="http://schemas.microsoft.com/office/drawing/2014/main" id="{DB145368-81AF-40DC-A8F2-AD8FC5366D1F}"/>
              </a:ext>
            </a:extLst>
          </p:cNvPr>
          <p:cNvSpPr/>
          <p:nvPr/>
        </p:nvSpPr>
        <p:spPr>
          <a:xfrm>
            <a:off x="3982720" y="5564691"/>
            <a:ext cx="680720" cy="934720"/>
          </a:xfrm>
          <a:prstGeom prst="smileyFac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miley Face 19">
            <a:extLst>
              <a:ext uri="{FF2B5EF4-FFF2-40B4-BE49-F238E27FC236}">
                <a16:creationId xmlns:a16="http://schemas.microsoft.com/office/drawing/2014/main" id="{66A4DCA4-493F-42C4-AD3C-5468E938CDFD}"/>
              </a:ext>
            </a:extLst>
          </p:cNvPr>
          <p:cNvSpPr/>
          <p:nvPr/>
        </p:nvSpPr>
        <p:spPr>
          <a:xfrm>
            <a:off x="5092250" y="5564691"/>
            <a:ext cx="680720" cy="934720"/>
          </a:xfrm>
          <a:prstGeom prst="smileyFace">
            <a:avLst>
              <a:gd name="adj" fmla="val -4653"/>
            </a:avLst>
          </a:prstGeom>
          <a:solidFill>
            <a:srgbClr val="FF0000"/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ADD6EEF-6F15-4F25-B4B0-378E78C2C2BA}"/>
              </a:ext>
            </a:extLst>
          </p:cNvPr>
          <p:cNvSpPr/>
          <p:nvPr/>
        </p:nvSpPr>
        <p:spPr>
          <a:xfrm>
            <a:off x="670560" y="2687319"/>
            <a:ext cx="10738522" cy="10061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ction Button: Go Home 2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E6F7B754-B5DA-4609-A9C1-BF3A597ED2DC}"/>
              </a:ext>
            </a:extLst>
          </p:cNvPr>
          <p:cNvSpPr/>
          <p:nvPr/>
        </p:nvSpPr>
        <p:spPr>
          <a:xfrm>
            <a:off x="11125200" y="6146800"/>
            <a:ext cx="873760" cy="582158"/>
          </a:xfrm>
          <a:prstGeom prst="actionButtonHom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180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  <p:set>
                                      <p:cBhvr>
                                        <p:cTn id="7" dur="1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1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6" dur="59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9500"/>
                            </p:stCondLst>
                            <p:childTnLst>
                              <p:par>
                                <p:cTn id="19" presetID="16" presetClass="exit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xit" presetSubtype="2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5" grpId="1" animBg="1"/>
      <p:bldP spid="18" grpId="0" animBg="1"/>
      <p:bldP spid="19" grpId="0" animBg="1"/>
      <p:bldP spid="20" grpId="0" animBg="1"/>
      <p:bldP spid="20" grpId="1" animBg="1"/>
      <p:bldP spid="21" grpId="0" animBg="1"/>
      <p:bldP spid="21" grpId="1" animBg="1"/>
      <p:bldP spid="21" grpId="2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C7D70D6-D503-423E-936C-1CA9770CA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06" y="191134"/>
            <a:ext cx="11754174" cy="37443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5B2585C-799D-4191-ADC7-47489316A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241" y="1180316"/>
            <a:ext cx="2613478" cy="424689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7EB8BDC-6411-4D8D-9316-9B1CBEF5567F}"/>
              </a:ext>
            </a:extLst>
          </p:cNvPr>
          <p:cNvSpPr/>
          <p:nvPr/>
        </p:nvSpPr>
        <p:spPr>
          <a:xfrm>
            <a:off x="2357120" y="4338755"/>
            <a:ext cx="1828800" cy="54864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rgbClr val="002060"/>
                  </a:solidFill>
                </a:ln>
                <a:solidFill>
                  <a:srgbClr val="7030A0"/>
                </a:solidFill>
              </a:rPr>
              <a:t>True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5D02DB0-DBBF-4C2C-A320-870447808E7E}"/>
              </a:ext>
            </a:extLst>
          </p:cNvPr>
          <p:cNvSpPr/>
          <p:nvPr/>
        </p:nvSpPr>
        <p:spPr>
          <a:xfrm>
            <a:off x="4836160" y="4338755"/>
            <a:ext cx="1828800" cy="54864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rgbClr val="002060"/>
                  </a:solidFill>
                </a:ln>
                <a:solidFill>
                  <a:srgbClr val="7030A0"/>
                </a:solidFill>
              </a:rPr>
              <a:t>False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6DB7D4B-57E3-4707-869D-1620A8B55B8D}"/>
              </a:ext>
            </a:extLst>
          </p:cNvPr>
          <p:cNvSpPr/>
          <p:nvPr/>
        </p:nvSpPr>
        <p:spPr>
          <a:xfrm>
            <a:off x="254000" y="378542"/>
            <a:ext cx="11684000" cy="276677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ACBCFFB-FFA7-455E-B1F7-CDF86CA86792}"/>
              </a:ext>
            </a:extLst>
          </p:cNvPr>
          <p:cNvSpPr/>
          <p:nvPr/>
        </p:nvSpPr>
        <p:spPr>
          <a:xfrm>
            <a:off x="411778" y="4673600"/>
            <a:ext cx="1739153" cy="1573306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Time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D952B47-6686-4743-B114-0B228AAD4F0F}"/>
              </a:ext>
            </a:extLst>
          </p:cNvPr>
          <p:cNvSpPr/>
          <p:nvPr/>
        </p:nvSpPr>
        <p:spPr>
          <a:xfrm>
            <a:off x="254000" y="3145312"/>
            <a:ext cx="7863840" cy="822960"/>
          </a:xfrm>
          <a:prstGeom prst="roundRect">
            <a:avLst/>
          </a:prstGeom>
          <a:solidFill>
            <a:srgbClr val="FF0000">
              <a:alpha val="1882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CF60C4-AA93-4CB6-897C-C1C12745EC10}"/>
              </a:ext>
            </a:extLst>
          </p:cNvPr>
          <p:cNvSpPr/>
          <p:nvPr/>
        </p:nvSpPr>
        <p:spPr>
          <a:xfrm>
            <a:off x="4675690" y="4247041"/>
            <a:ext cx="2194560" cy="731520"/>
          </a:xfrm>
          <a:prstGeom prst="rect">
            <a:avLst/>
          </a:prstGeom>
          <a:solidFill>
            <a:srgbClr val="4472C4">
              <a:alpha val="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21F82B-96D8-44E4-B4CD-DD1DC15AE65C}"/>
              </a:ext>
            </a:extLst>
          </p:cNvPr>
          <p:cNvSpPr/>
          <p:nvPr/>
        </p:nvSpPr>
        <p:spPr>
          <a:xfrm>
            <a:off x="2174240" y="4247041"/>
            <a:ext cx="2194560" cy="731520"/>
          </a:xfrm>
          <a:prstGeom prst="rect">
            <a:avLst/>
          </a:prstGeom>
          <a:solidFill>
            <a:srgbClr val="4472C4">
              <a:alpha val="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431A697-75DF-4F99-8B5D-CC8A6B97F9C4}"/>
              </a:ext>
            </a:extLst>
          </p:cNvPr>
          <p:cNvSpPr/>
          <p:nvPr/>
        </p:nvSpPr>
        <p:spPr>
          <a:xfrm>
            <a:off x="254000" y="3145312"/>
            <a:ext cx="7863840" cy="822960"/>
          </a:xfrm>
          <a:prstGeom prst="roundRect">
            <a:avLst/>
          </a:prstGeom>
          <a:solidFill>
            <a:srgbClr val="00B05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endParaRPr lang="en-US" dirty="0">
              <a:ln w="0">
                <a:solidFill>
                  <a:schemeClr val="accent6">
                    <a:lumMod val="50000"/>
                  </a:schemeClr>
                </a:solidFill>
              </a:ln>
              <a:solidFill>
                <a:srgbClr val="00B050"/>
              </a:solidFill>
              <a:effectLst>
                <a:glow rad="63500">
                  <a:schemeClr val="accent4">
                    <a:satMod val="175000"/>
                    <a:alpha val="40000"/>
                  </a:schemeClr>
                </a:glow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2" name="Smiley Face 11">
            <a:extLst>
              <a:ext uri="{FF2B5EF4-FFF2-40B4-BE49-F238E27FC236}">
                <a16:creationId xmlns:a16="http://schemas.microsoft.com/office/drawing/2014/main" id="{7D572AEB-DCBC-44B1-97BC-87CC0A9252FB}"/>
              </a:ext>
            </a:extLst>
          </p:cNvPr>
          <p:cNvSpPr/>
          <p:nvPr/>
        </p:nvSpPr>
        <p:spPr>
          <a:xfrm>
            <a:off x="3982720" y="5564691"/>
            <a:ext cx="680720" cy="934720"/>
          </a:xfrm>
          <a:prstGeom prst="smileyFac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miley Face 12">
            <a:extLst>
              <a:ext uri="{FF2B5EF4-FFF2-40B4-BE49-F238E27FC236}">
                <a16:creationId xmlns:a16="http://schemas.microsoft.com/office/drawing/2014/main" id="{5197E28D-5A22-441F-91B3-B0CCCCCB9C10}"/>
              </a:ext>
            </a:extLst>
          </p:cNvPr>
          <p:cNvSpPr/>
          <p:nvPr/>
        </p:nvSpPr>
        <p:spPr>
          <a:xfrm>
            <a:off x="5092250" y="5564691"/>
            <a:ext cx="680720" cy="934720"/>
          </a:xfrm>
          <a:prstGeom prst="smileyFace">
            <a:avLst>
              <a:gd name="adj" fmla="val -4653"/>
            </a:avLst>
          </a:prstGeom>
          <a:solidFill>
            <a:srgbClr val="FF0000"/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B1284BE-B935-432C-BA33-78FB63EA6795}"/>
              </a:ext>
            </a:extLst>
          </p:cNvPr>
          <p:cNvSpPr/>
          <p:nvPr/>
        </p:nvSpPr>
        <p:spPr>
          <a:xfrm>
            <a:off x="254000" y="3145312"/>
            <a:ext cx="7863840" cy="8229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ardrop 14">
            <a:extLst>
              <a:ext uri="{FF2B5EF4-FFF2-40B4-BE49-F238E27FC236}">
                <a16:creationId xmlns:a16="http://schemas.microsoft.com/office/drawing/2014/main" id="{7C4DF0FF-61A3-492D-A23A-02414498E430}"/>
              </a:ext>
            </a:extLst>
          </p:cNvPr>
          <p:cNvSpPr/>
          <p:nvPr/>
        </p:nvSpPr>
        <p:spPr>
          <a:xfrm>
            <a:off x="11176000" y="3586480"/>
            <a:ext cx="942280" cy="752275"/>
          </a:xfrm>
          <a:prstGeom prst="teardrop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ction Button: Go Home 15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A266CCA4-75EA-4FA0-9AD6-59FB97CFE57A}"/>
              </a:ext>
            </a:extLst>
          </p:cNvPr>
          <p:cNvSpPr/>
          <p:nvPr/>
        </p:nvSpPr>
        <p:spPr>
          <a:xfrm>
            <a:off x="11125200" y="6146800"/>
            <a:ext cx="873760" cy="582158"/>
          </a:xfrm>
          <a:prstGeom prst="actionButtonHom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19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  <p:set>
                                      <p:cBhvr>
                                        <p:cTn id="7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1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6" dur="59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9500"/>
                            </p:stCondLst>
                            <p:childTnLst>
                              <p:par>
                                <p:cTn id="19" presetID="16" presetClass="exit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xit" presetSubtype="2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8" grpId="1" animBg="1"/>
      <p:bldP spid="11" grpId="0" animBg="1"/>
      <p:bldP spid="12" grpId="0" animBg="1"/>
      <p:bldP spid="13" grpId="0" animBg="1"/>
      <p:bldP spid="13" grpId="1" animBg="1"/>
      <p:bldP spid="14" grpId="0" animBg="1"/>
      <p:bldP spid="14" grpId="1" animBg="1"/>
      <p:bldP spid="14" grpId="2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5D0523B-6717-4F96-AC52-EA953FD1F5C0}"/>
              </a:ext>
            </a:extLst>
          </p:cNvPr>
          <p:cNvSpPr/>
          <p:nvPr/>
        </p:nvSpPr>
        <p:spPr>
          <a:xfrm>
            <a:off x="2357120" y="4338755"/>
            <a:ext cx="1828800" cy="54864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rgbClr val="002060"/>
                  </a:solidFill>
                </a:ln>
                <a:solidFill>
                  <a:srgbClr val="7030A0"/>
                </a:solidFill>
              </a:rPr>
              <a:t>True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094365D-E4AC-4FF8-9F3B-206922209E95}"/>
              </a:ext>
            </a:extLst>
          </p:cNvPr>
          <p:cNvSpPr/>
          <p:nvPr/>
        </p:nvSpPr>
        <p:spPr>
          <a:xfrm>
            <a:off x="4836160" y="4338755"/>
            <a:ext cx="1828800" cy="54864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rgbClr val="002060"/>
                  </a:solidFill>
                </a:ln>
                <a:solidFill>
                  <a:srgbClr val="7030A0"/>
                </a:solidFill>
              </a:rPr>
              <a:t>False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CABC04-25F5-47E3-97E5-9D904EFBB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97" y="192836"/>
            <a:ext cx="11574026" cy="3627323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097B306D-441F-4F35-B0EE-06AD7332526B}"/>
              </a:ext>
            </a:extLst>
          </p:cNvPr>
          <p:cNvSpPr/>
          <p:nvPr/>
        </p:nvSpPr>
        <p:spPr>
          <a:xfrm>
            <a:off x="198418" y="5102218"/>
            <a:ext cx="1739153" cy="1573306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Time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F45A426-3911-4DEF-A94F-E9AD4A62B4E7}"/>
              </a:ext>
            </a:extLst>
          </p:cNvPr>
          <p:cNvSpPr/>
          <p:nvPr/>
        </p:nvSpPr>
        <p:spPr>
          <a:xfrm>
            <a:off x="436880" y="2743200"/>
            <a:ext cx="11094720" cy="1076958"/>
          </a:xfrm>
          <a:prstGeom prst="roundRect">
            <a:avLst/>
          </a:prstGeom>
          <a:solidFill>
            <a:srgbClr val="FF0000">
              <a:alpha val="1882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E07676-101D-451B-97C6-5DC839D4FD5B}"/>
              </a:ext>
            </a:extLst>
          </p:cNvPr>
          <p:cNvSpPr/>
          <p:nvPr/>
        </p:nvSpPr>
        <p:spPr>
          <a:xfrm>
            <a:off x="2174240" y="4227606"/>
            <a:ext cx="2194560" cy="731520"/>
          </a:xfrm>
          <a:prstGeom prst="rect">
            <a:avLst/>
          </a:prstGeom>
          <a:solidFill>
            <a:srgbClr val="4472C4">
              <a:alpha val="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361A98-B21A-48A7-BD36-B270B942A521}"/>
              </a:ext>
            </a:extLst>
          </p:cNvPr>
          <p:cNvSpPr/>
          <p:nvPr/>
        </p:nvSpPr>
        <p:spPr>
          <a:xfrm>
            <a:off x="4675690" y="4250465"/>
            <a:ext cx="2194560" cy="731520"/>
          </a:xfrm>
          <a:prstGeom prst="rect">
            <a:avLst/>
          </a:prstGeom>
          <a:solidFill>
            <a:srgbClr val="4472C4">
              <a:alpha val="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A776E28-0964-4230-BD50-A8408DD41D1B}"/>
              </a:ext>
            </a:extLst>
          </p:cNvPr>
          <p:cNvSpPr/>
          <p:nvPr/>
        </p:nvSpPr>
        <p:spPr>
          <a:xfrm>
            <a:off x="436880" y="2743200"/>
            <a:ext cx="11094720" cy="1076958"/>
          </a:xfrm>
          <a:prstGeom prst="roundRect">
            <a:avLst/>
          </a:prstGeom>
          <a:solidFill>
            <a:srgbClr val="00B05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endParaRPr lang="en-US" dirty="0">
              <a:ln w="0">
                <a:solidFill>
                  <a:schemeClr val="accent6">
                    <a:lumMod val="50000"/>
                  </a:schemeClr>
                </a:solidFill>
              </a:ln>
              <a:solidFill>
                <a:srgbClr val="00B050"/>
              </a:solidFill>
              <a:effectLst>
                <a:glow rad="63500">
                  <a:schemeClr val="accent4">
                    <a:satMod val="175000"/>
                    <a:alpha val="40000"/>
                  </a:schemeClr>
                </a:glow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9" name="Smiley Face 8">
            <a:extLst>
              <a:ext uri="{FF2B5EF4-FFF2-40B4-BE49-F238E27FC236}">
                <a16:creationId xmlns:a16="http://schemas.microsoft.com/office/drawing/2014/main" id="{67F56395-78D5-4C54-B2A9-A40B2ACAE9A6}"/>
              </a:ext>
            </a:extLst>
          </p:cNvPr>
          <p:cNvSpPr/>
          <p:nvPr/>
        </p:nvSpPr>
        <p:spPr>
          <a:xfrm>
            <a:off x="3982720" y="5564691"/>
            <a:ext cx="680720" cy="934720"/>
          </a:xfrm>
          <a:prstGeom prst="smileyFac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miley Face 9">
            <a:extLst>
              <a:ext uri="{FF2B5EF4-FFF2-40B4-BE49-F238E27FC236}">
                <a16:creationId xmlns:a16="http://schemas.microsoft.com/office/drawing/2014/main" id="{0EDAF8E2-2B3D-438B-9122-860C81A33EAD}"/>
              </a:ext>
            </a:extLst>
          </p:cNvPr>
          <p:cNvSpPr/>
          <p:nvPr/>
        </p:nvSpPr>
        <p:spPr>
          <a:xfrm>
            <a:off x="5092250" y="5564691"/>
            <a:ext cx="680720" cy="934720"/>
          </a:xfrm>
          <a:prstGeom prst="smileyFace">
            <a:avLst>
              <a:gd name="adj" fmla="val -4653"/>
            </a:avLst>
          </a:prstGeom>
          <a:solidFill>
            <a:srgbClr val="FF0000"/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2223114-8671-48AD-A17C-30EEC8CACD00}"/>
              </a:ext>
            </a:extLst>
          </p:cNvPr>
          <p:cNvSpPr/>
          <p:nvPr/>
        </p:nvSpPr>
        <p:spPr>
          <a:xfrm>
            <a:off x="436880" y="2743200"/>
            <a:ext cx="11094720" cy="10769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DE2DAB3-DA17-4AE4-91E1-6270B0700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69" y="622574"/>
            <a:ext cx="2705371" cy="510572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7270D7F-0AD1-41E3-9C6D-96EF3C9F22C3}"/>
              </a:ext>
            </a:extLst>
          </p:cNvPr>
          <p:cNvSpPr/>
          <p:nvPr/>
        </p:nvSpPr>
        <p:spPr>
          <a:xfrm>
            <a:off x="78469" y="192836"/>
            <a:ext cx="11453131" cy="2478633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ction Button: Go Home 14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963C04E1-38C7-4C2B-BACB-788D64D9CF6C}"/>
              </a:ext>
            </a:extLst>
          </p:cNvPr>
          <p:cNvSpPr/>
          <p:nvPr/>
        </p:nvSpPr>
        <p:spPr>
          <a:xfrm>
            <a:off x="11125200" y="6146800"/>
            <a:ext cx="873760" cy="582158"/>
          </a:xfrm>
          <a:prstGeom prst="actionButtonHom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402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  <p:set>
                                      <p:cBhvr>
                                        <p:cTn id="7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1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6" dur="59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9500"/>
                            </p:stCondLst>
                            <p:childTnLst>
                              <p:par>
                                <p:cTn id="19" presetID="16" presetClass="exit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xit" presetSubtype="2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5" grpId="1" animBg="1"/>
      <p:bldP spid="8" grpId="0" animBg="1"/>
      <p:bldP spid="9" grpId="0" animBg="1"/>
      <p:bldP spid="10" grpId="0" animBg="1"/>
      <p:bldP spid="10" grpId="1" animBg="1"/>
      <p:bldP spid="11" grpId="0" animBg="1"/>
      <p:bldP spid="11" grpId="1" animBg="1"/>
      <p:bldP spid="11" grpId="2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3A8A80-D9CD-4078-8E2F-AED8A7502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28" y="169698"/>
            <a:ext cx="11387765" cy="32593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C1F1C3D-E2E9-44B3-AC25-73D61E521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411" y="812800"/>
            <a:ext cx="2953460" cy="501801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A57648E-0EC4-46FB-946F-AEB4F634B69D}"/>
              </a:ext>
            </a:extLst>
          </p:cNvPr>
          <p:cNvSpPr/>
          <p:nvPr/>
        </p:nvSpPr>
        <p:spPr>
          <a:xfrm>
            <a:off x="2357120" y="4338755"/>
            <a:ext cx="1828800" cy="54864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rgbClr val="002060"/>
                  </a:solidFill>
                </a:ln>
                <a:solidFill>
                  <a:srgbClr val="7030A0"/>
                </a:solidFill>
              </a:rPr>
              <a:t>True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363971C-DA79-4D8C-AAD8-8A120DE13389}"/>
              </a:ext>
            </a:extLst>
          </p:cNvPr>
          <p:cNvSpPr/>
          <p:nvPr/>
        </p:nvSpPr>
        <p:spPr>
          <a:xfrm>
            <a:off x="4836160" y="4338755"/>
            <a:ext cx="1828800" cy="54864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rgbClr val="002060"/>
                  </a:solidFill>
                </a:ln>
                <a:solidFill>
                  <a:srgbClr val="7030A0"/>
                </a:solidFill>
              </a:rPr>
              <a:t>False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E1B0092-5C5A-4376-8439-FFE9DBCFE5C9}"/>
              </a:ext>
            </a:extLst>
          </p:cNvPr>
          <p:cNvSpPr/>
          <p:nvPr/>
        </p:nvSpPr>
        <p:spPr>
          <a:xfrm>
            <a:off x="215411" y="232335"/>
            <a:ext cx="11521982" cy="2325662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226BED7-233B-4E8B-A5AE-F0AB56862DC0}"/>
              </a:ext>
            </a:extLst>
          </p:cNvPr>
          <p:cNvSpPr/>
          <p:nvPr/>
        </p:nvSpPr>
        <p:spPr>
          <a:xfrm>
            <a:off x="411778" y="4673600"/>
            <a:ext cx="1739153" cy="1573306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Time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08B896D-EDD4-42FF-9D67-6B8A9299CF70}"/>
              </a:ext>
            </a:extLst>
          </p:cNvPr>
          <p:cNvSpPr/>
          <p:nvPr/>
        </p:nvSpPr>
        <p:spPr>
          <a:xfrm>
            <a:off x="548640" y="2649437"/>
            <a:ext cx="10627360" cy="822960"/>
          </a:xfrm>
          <a:prstGeom prst="roundRect">
            <a:avLst/>
          </a:prstGeom>
          <a:solidFill>
            <a:srgbClr val="FF0000">
              <a:alpha val="1882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C8E5AE-5C8F-42DC-ADC1-5093C1B575EF}"/>
              </a:ext>
            </a:extLst>
          </p:cNvPr>
          <p:cNvSpPr/>
          <p:nvPr/>
        </p:nvSpPr>
        <p:spPr>
          <a:xfrm>
            <a:off x="2174240" y="4247315"/>
            <a:ext cx="2194560" cy="731520"/>
          </a:xfrm>
          <a:prstGeom prst="rect">
            <a:avLst/>
          </a:prstGeom>
          <a:solidFill>
            <a:srgbClr val="4472C4">
              <a:alpha val="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D694E7-0862-47C3-BB00-4C6AA7B5D5F3}"/>
              </a:ext>
            </a:extLst>
          </p:cNvPr>
          <p:cNvSpPr/>
          <p:nvPr/>
        </p:nvSpPr>
        <p:spPr>
          <a:xfrm>
            <a:off x="4675690" y="4247315"/>
            <a:ext cx="2194560" cy="731520"/>
          </a:xfrm>
          <a:prstGeom prst="rect">
            <a:avLst/>
          </a:prstGeom>
          <a:solidFill>
            <a:srgbClr val="4472C4">
              <a:alpha val="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ED4B599-A4FE-4B19-9A2B-7D353121C6C0}"/>
              </a:ext>
            </a:extLst>
          </p:cNvPr>
          <p:cNvSpPr/>
          <p:nvPr/>
        </p:nvSpPr>
        <p:spPr>
          <a:xfrm>
            <a:off x="548640" y="2649437"/>
            <a:ext cx="10627360" cy="822960"/>
          </a:xfrm>
          <a:prstGeom prst="roundRect">
            <a:avLst/>
          </a:prstGeom>
          <a:solidFill>
            <a:srgbClr val="00B05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endParaRPr lang="en-US" dirty="0">
              <a:ln w="0">
                <a:solidFill>
                  <a:schemeClr val="accent6">
                    <a:lumMod val="50000"/>
                  </a:schemeClr>
                </a:solidFill>
              </a:ln>
              <a:solidFill>
                <a:srgbClr val="00B050"/>
              </a:solidFill>
              <a:effectLst>
                <a:glow rad="63500">
                  <a:schemeClr val="accent4">
                    <a:satMod val="175000"/>
                    <a:alpha val="40000"/>
                  </a:schemeClr>
                </a:glow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2" name="Smiley Face 11">
            <a:extLst>
              <a:ext uri="{FF2B5EF4-FFF2-40B4-BE49-F238E27FC236}">
                <a16:creationId xmlns:a16="http://schemas.microsoft.com/office/drawing/2014/main" id="{9DA899C1-882D-4A69-A651-7B0A216F5C7C}"/>
              </a:ext>
            </a:extLst>
          </p:cNvPr>
          <p:cNvSpPr/>
          <p:nvPr/>
        </p:nvSpPr>
        <p:spPr>
          <a:xfrm>
            <a:off x="3982720" y="5564691"/>
            <a:ext cx="680720" cy="934720"/>
          </a:xfrm>
          <a:prstGeom prst="smileyFac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miley Face 12">
            <a:extLst>
              <a:ext uri="{FF2B5EF4-FFF2-40B4-BE49-F238E27FC236}">
                <a16:creationId xmlns:a16="http://schemas.microsoft.com/office/drawing/2014/main" id="{C92F31EE-1E33-4139-95E0-5056FFD7AF8B}"/>
              </a:ext>
            </a:extLst>
          </p:cNvPr>
          <p:cNvSpPr/>
          <p:nvPr/>
        </p:nvSpPr>
        <p:spPr>
          <a:xfrm>
            <a:off x="5092250" y="5564691"/>
            <a:ext cx="680720" cy="934720"/>
          </a:xfrm>
          <a:prstGeom prst="smileyFace">
            <a:avLst>
              <a:gd name="adj" fmla="val -4653"/>
            </a:avLst>
          </a:prstGeom>
          <a:solidFill>
            <a:srgbClr val="FF0000"/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B071163-1F19-4014-8491-53A43EB60DF8}"/>
              </a:ext>
            </a:extLst>
          </p:cNvPr>
          <p:cNvSpPr/>
          <p:nvPr/>
        </p:nvSpPr>
        <p:spPr>
          <a:xfrm>
            <a:off x="548640" y="2649437"/>
            <a:ext cx="10627360" cy="8229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ction Button: Go Home 14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CE1AFB6A-4613-43C2-ADE6-889A0854B798}"/>
              </a:ext>
            </a:extLst>
          </p:cNvPr>
          <p:cNvSpPr/>
          <p:nvPr/>
        </p:nvSpPr>
        <p:spPr>
          <a:xfrm>
            <a:off x="11125200" y="6146800"/>
            <a:ext cx="873760" cy="582158"/>
          </a:xfrm>
          <a:prstGeom prst="actionButtonHom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407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  <p:set>
                                      <p:cBhvr>
                                        <p:cTn id="7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1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6" dur="59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9500"/>
                            </p:stCondLst>
                            <p:childTnLst>
                              <p:par>
                                <p:cTn id="19" presetID="16" presetClass="exit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xit" presetSubtype="2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8" grpId="1" animBg="1"/>
      <p:bldP spid="11" grpId="0" animBg="1"/>
      <p:bldP spid="12" grpId="0" animBg="1"/>
      <p:bldP spid="13" grpId="0" animBg="1"/>
      <p:bldP spid="13" grpId="1" animBg="1"/>
      <p:bldP spid="14" grpId="0" animBg="1"/>
      <p:bldP spid="14" grpId="1" animBg="1"/>
      <p:bldP spid="14" grpId="2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6F6E92-793A-4B96-A437-1A1663DAA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83" y="220476"/>
            <a:ext cx="12270588" cy="3208523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750914E-C170-49C1-B379-DC590BE06422}"/>
              </a:ext>
            </a:extLst>
          </p:cNvPr>
          <p:cNvSpPr/>
          <p:nvPr/>
        </p:nvSpPr>
        <p:spPr>
          <a:xfrm>
            <a:off x="2357120" y="4338755"/>
            <a:ext cx="1828800" cy="54864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rgbClr val="002060"/>
                  </a:solidFill>
                </a:ln>
                <a:solidFill>
                  <a:srgbClr val="7030A0"/>
                </a:solidFill>
              </a:rPr>
              <a:t>True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13F0489-33E0-4AAB-B27E-B68CF158E640}"/>
              </a:ext>
            </a:extLst>
          </p:cNvPr>
          <p:cNvSpPr/>
          <p:nvPr/>
        </p:nvSpPr>
        <p:spPr>
          <a:xfrm>
            <a:off x="4836160" y="4338755"/>
            <a:ext cx="1828800" cy="54864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rgbClr val="002060"/>
                  </a:solidFill>
                </a:ln>
                <a:solidFill>
                  <a:srgbClr val="7030A0"/>
                </a:solidFill>
              </a:rPr>
              <a:t>False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2273C23-7E4A-4136-9530-FC610B84FE69}"/>
              </a:ext>
            </a:extLst>
          </p:cNvPr>
          <p:cNvSpPr/>
          <p:nvPr/>
        </p:nvSpPr>
        <p:spPr>
          <a:xfrm>
            <a:off x="358587" y="220476"/>
            <a:ext cx="11731813" cy="2050284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0784046-4522-4597-AB23-8E5ED3934902}"/>
              </a:ext>
            </a:extLst>
          </p:cNvPr>
          <p:cNvSpPr/>
          <p:nvPr/>
        </p:nvSpPr>
        <p:spPr>
          <a:xfrm>
            <a:off x="411778" y="4673600"/>
            <a:ext cx="1739153" cy="1573306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Time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776F0DB-2D16-46DC-B553-F117068D916A}"/>
              </a:ext>
            </a:extLst>
          </p:cNvPr>
          <p:cNvSpPr/>
          <p:nvPr/>
        </p:nvSpPr>
        <p:spPr>
          <a:xfrm>
            <a:off x="411778" y="2362200"/>
            <a:ext cx="10743902" cy="822960"/>
          </a:xfrm>
          <a:prstGeom prst="roundRect">
            <a:avLst/>
          </a:prstGeom>
          <a:solidFill>
            <a:srgbClr val="FF0000">
              <a:alpha val="1882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F9FD53-0E05-4317-B6E3-534C7418E675}"/>
              </a:ext>
            </a:extLst>
          </p:cNvPr>
          <p:cNvSpPr/>
          <p:nvPr/>
        </p:nvSpPr>
        <p:spPr>
          <a:xfrm>
            <a:off x="2236245" y="4247315"/>
            <a:ext cx="2194560" cy="731520"/>
          </a:xfrm>
          <a:prstGeom prst="rect">
            <a:avLst/>
          </a:prstGeom>
          <a:solidFill>
            <a:srgbClr val="4472C4">
              <a:alpha val="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124AA5-E046-4A34-8BA1-02AC25DAE3E6}"/>
              </a:ext>
            </a:extLst>
          </p:cNvPr>
          <p:cNvSpPr/>
          <p:nvPr/>
        </p:nvSpPr>
        <p:spPr>
          <a:xfrm>
            <a:off x="4675690" y="4247315"/>
            <a:ext cx="2194560" cy="731520"/>
          </a:xfrm>
          <a:prstGeom prst="rect">
            <a:avLst/>
          </a:prstGeom>
          <a:solidFill>
            <a:srgbClr val="4472C4">
              <a:alpha val="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4A69213-E0F2-45C2-BFD5-5FB5C0D12C16}"/>
              </a:ext>
            </a:extLst>
          </p:cNvPr>
          <p:cNvSpPr/>
          <p:nvPr/>
        </p:nvSpPr>
        <p:spPr>
          <a:xfrm>
            <a:off x="411778" y="2362200"/>
            <a:ext cx="10743902" cy="822960"/>
          </a:xfrm>
          <a:prstGeom prst="roundRect">
            <a:avLst/>
          </a:prstGeom>
          <a:solidFill>
            <a:srgbClr val="00B05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endParaRPr lang="en-US" dirty="0">
              <a:ln w="0">
                <a:solidFill>
                  <a:schemeClr val="accent6">
                    <a:lumMod val="50000"/>
                  </a:schemeClr>
                </a:solidFill>
              </a:ln>
              <a:solidFill>
                <a:srgbClr val="00B050"/>
              </a:solidFill>
              <a:effectLst>
                <a:glow rad="63500">
                  <a:schemeClr val="accent4">
                    <a:satMod val="175000"/>
                    <a:alpha val="40000"/>
                  </a:schemeClr>
                </a:glow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Smiley Face 10">
            <a:extLst>
              <a:ext uri="{FF2B5EF4-FFF2-40B4-BE49-F238E27FC236}">
                <a16:creationId xmlns:a16="http://schemas.microsoft.com/office/drawing/2014/main" id="{B37A9AF5-07E0-48BC-98CA-70F9046EBB82}"/>
              </a:ext>
            </a:extLst>
          </p:cNvPr>
          <p:cNvSpPr/>
          <p:nvPr/>
        </p:nvSpPr>
        <p:spPr>
          <a:xfrm>
            <a:off x="3982720" y="5564691"/>
            <a:ext cx="680720" cy="934720"/>
          </a:xfrm>
          <a:prstGeom prst="smileyFac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miley Face 11">
            <a:extLst>
              <a:ext uri="{FF2B5EF4-FFF2-40B4-BE49-F238E27FC236}">
                <a16:creationId xmlns:a16="http://schemas.microsoft.com/office/drawing/2014/main" id="{41DFC744-57FE-4704-B2E9-A460D381DF50}"/>
              </a:ext>
            </a:extLst>
          </p:cNvPr>
          <p:cNvSpPr/>
          <p:nvPr/>
        </p:nvSpPr>
        <p:spPr>
          <a:xfrm>
            <a:off x="5092250" y="5564691"/>
            <a:ext cx="680720" cy="934720"/>
          </a:xfrm>
          <a:prstGeom prst="smileyFace">
            <a:avLst>
              <a:gd name="adj" fmla="val -4653"/>
            </a:avLst>
          </a:prstGeom>
          <a:solidFill>
            <a:srgbClr val="FF0000"/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6C7DB06-5BCB-4B3A-8A00-D9BAFE28E6FE}"/>
              </a:ext>
            </a:extLst>
          </p:cNvPr>
          <p:cNvSpPr/>
          <p:nvPr/>
        </p:nvSpPr>
        <p:spPr>
          <a:xfrm>
            <a:off x="411778" y="2362200"/>
            <a:ext cx="10743902" cy="8229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ction Button: Go Home 13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9AE5C9A3-5A8D-4995-8FA6-30A0616BC812}"/>
              </a:ext>
            </a:extLst>
          </p:cNvPr>
          <p:cNvSpPr/>
          <p:nvPr/>
        </p:nvSpPr>
        <p:spPr>
          <a:xfrm>
            <a:off x="11125200" y="6146800"/>
            <a:ext cx="873760" cy="582158"/>
          </a:xfrm>
          <a:prstGeom prst="actionButtonHom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829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  <p:set>
                                      <p:cBhvr>
                                        <p:cTn id="7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1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6" dur="59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9500"/>
                            </p:stCondLst>
                            <p:childTnLst>
                              <p:par>
                                <p:cTn id="19" presetID="16" presetClass="exit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xit" presetSubtype="2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7" grpId="1" animBg="1"/>
      <p:bldP spid="10" grpId="0" animBg="1"/>
      <p:bldP spid="11" grpId="0" animBg="1"/>
      <p:bldP spid="12" grpId="0" animBg="1"/>
      <p:bldP spid="12" grpId="1" animBg="1"/>
      <p:bldP spid="13" grpId="0" animBg="1"/>
      <p:bldP spid="13" grpId="1" animBg="1"/>
      <p:bldP spid="13" grpId="2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C0BEB17-57D8-47B8-8155-D8844AAEF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89" y="280126"/>
            <a:ext cx="11655678" cy="40988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1A20349-08E8-479E-942E-05B15FA0F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1840"/>
            <a:ext cx="2751309" cy="467455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2637231-AF2D-4205-AC61-9210D2D02DA1}"/>
              </a:ext>
            </a:extLst>
          </p:cNvPr>
          <p:cNvSpPr/>
          <p:nvPr/>
        </p:nvSpPr>
        <p:spPr>
          <a:xfrm>
            <a:off x="3291840" y="4602915"/>
            <a:ext cx="1828800" cy="54864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rgbClr val="002060"/>
                  </a:solidFill>
                </a:ln>
                <a:solidFill>
                  <a:srgbClr val="7030A0"/>
                </a:solidFill>
              </a:rPr>
              <a:t>True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315A01D-B3AD-4BB6-AE1B-9CBCDAFAA0B5}"/>
              </a:ext>
            </a:extLst>
          </p:cNvPr>
          <p:cNvSpPr/>
          <p:nvPr/>
        </p:nvSpPr>
        <p:spPr>
          <a:xfrm>
            <a:off x="5770880" y="4602915"/>
            <a:ext cx="1828800" cy="54864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>
                  <a:solidFill>
                    <a:srgbClr val="002060"/>
                  </a:solidFill>
                </a:ln>
                <a:solidFill>
                  <a:srgbClr val="7030A0"/>
                </a:solidFill>
              </a:rPr>
              <a:t>False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B35F002-BC9F-4BD3-90FD-E54BC52FDB43}"/>
              </a:ext>
            </a:extLst>
          </p:cNvPr>
          <p:cNvSpPr/>
          <p:nvPr/>
        </p:nvSpPr>
        <p:spPr>
          <a:xfrm>
            <a:off x="46617" y="239581"/>
            <a:ext cx="11545943" cy="3291236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747CD4C-CF23-4A82-A1E0-CAEBC03FF63C}"/>
              </a:ext>
            </a:extLst>
          </p:cNvPr>
          <p:cNvSpPr/>
          <p:nvPr/>
        </p:nvSpPr>
        <p:spPr>
          <a:xfrm>
            <a:off x="411778" y="4673600"/>
            <a:ext cx="1739153" cy="1573306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Time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8702057-8547-428F-B8BD-80B730FB9225}"/>
              </a:ext>
            </a:extLst>
          </p:cNvPr>
          <p:cNvSpPr/>
          <p:nvPr/>
        </p:nvSpPr>
        <p:spPr>
          <a:xfrm>
            <a:off x="213988" y="3622257"/>
            <a:ext cx="7385691" cy="731520"/>
          </a:xfrm>
          <a:prstGeom prst="roundRect">
            <a:avLst/>
          </a:prstGeom>
          <a:solidFill>
            <a:srgbClr val="FF0000">
              <a:alpha val="1882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4AD4A0-FF70-467B-99B0-C6EE33784A47}"/>
              </a:ext>
            </a:extLst>
          </p:cNvPr>
          <p:cNvSpPr/>
          <p:nvPr/>
        </p:nvSpPr>
        <p:spPr>
          <a:xfrm>
            <a:off x="5588000" y="4511475"/>
            <a:ext cx="2194560" cy="731520"/>
          </a:xfrm>
          <a:prstGeom prst="rect">
            <a:avLst/>
          </a:prstGeom>
          <a:solidFill>
            <a:srgbClr val="4472C4">
              <a:alpha val="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E294E8-57A4-41A8-8BF8-0F64C725EDA1}"/>
              </a:ext>
            </a:extLst>
          </p:cNvPr>
          <p:cNvSpPr/>
          <p:nvPr/>
        </p:nvSpPr>
        <p:spPr>
          <a:xfrm>
            <a:off x="3108960" y="4511475"/>
            <a:ext cx="2194560" cy="731520"/>
          </a:xfrm>
          <a:prstGeom prst="rect">
            <a:avLst/>
          </a:prstGeom>
          <a:solidFill>
            <a:srgbClr val="4472C4">
              <a:alpha val="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D9BC511-C870-4D17-B8E5-19587499536E}"/>
              </a:ext>
            </a:extLst>
          </p:cNvPr>
          <p:cNvSpPr/>
          <p:nvPr/>
        </p:nvSpPr>
        <p:spPr>
          <a:xfrm>
            <a:off x="213988" y="3622257"/>
            <a:ext cx="7385691" cy="731520"/>
          </a:xfrm>
          <a:prstGeom prst="roundRect">
            <a:avLst/>
          </a:prstGeom>
          <a:solidFill>
            <a:srgbClr val="00B05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endParaRPr lang="en-US" dirty="0">
              <a:ln w="0">
                <a:solidFill>
                  <a:schemeClr val="accent6">
                    <a:lumMod val="50000"/>
                  </a:schemeClr>
                </a:solidFill>
              </a:ln>
              <a:solidFill>
                <a:srgbClr val="00B050"/>
              </a:solidFill>
              <a:effectLst>
                <a:glow rad="63500">
                  <a:schemeClr val="accent4">
                    <a:satMod val="175000"/>
                    <a:alpha val="40000"/>
                  </a:schemeClr>
                </a:glow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2" name="Smiley Face 11">
            <a:extLst>
              <a:ext uri="{FF2B5EF4-FFF2-40B4-BE49-F238E27FC236}">
                <a16:creationId xmlns:a16="http://schemas.microsoft.com/office/drawing/2014/main" id="{5AEB0F2D-70F3-4086-B475-F482E8BB1EB1}"/>
              </a:ext>
            </a:extLst>
          </p:cNvPr>
          <p:cNvSpPr/>
          <p:nvPr/>
        </p:nvSpPr>
        <p:spPr>
          <a:xfrm>
            <a:off x="3982720" y="5564691"/>
            <a:ext cx="680720" cy="934720"/>
          </a:xfrm>
          <a:prstGeom prst="smileyFac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miley Face 12">
            <a:extLst>
              <a:ext uri="{FF2B5EF4-FFF2-40B4-BE49-F238E27FC236}">
                <a16:creationId xmlns:a16="http://schemas.microsoft.com/office/drawing/2014/main" id="{1C172784-05E7-477E-B4B3-A87F2F52CAF6}"/>
              </a:ext>
            </a:extLst>
          </p:cNvPr>
          <p:cNvSpPr/>
          <p:nvPr/>
        </p:nvSpPr>
        <p:spPr>
          <a:xfrm>
            <a:off x="5092250" y="5564691"/>
            <a:ext cx="680720" cy="934720"/>
          </a:xfrm>
          <a:prstGeom prst="smileyFace">
            <a:avLst>
              <a:gd name="adj" fmla="val -4653"/>
            </a:avLst>
          </a:prstGeom>
          <a:solidFill>
            <a:srgbClr val="FF0000"/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E397414-B4AA-4231-8602-7985C5048E42}"/>
              </a:ext>
            </a:extLst>
          </p:cNvPr>
          <p:cNvSpPr/>
          <p:nvPr/>
        </p:nvSpPr>
        <p:spPr>
          <a:xfrm>
            <a:off x="213988" y="3622257"/>
            <a:ext cx="7385691" cy="7315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ction Button: Go Home 14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087399C6-71C0-4539-8746-5498FB1DA057}"/>
              </a:ext>
            </a:extLst>
          </p:cNvPr>
          <p:cNvSpPr/>
          <p:nvPr/>
        </p:nvSpPr>
        <p:spPr>
          <a:xfrm>
            <a:off x="11125200" y="6146800"/>
            <a:ext cx="873760" cy="582158"/>
          </a:xfrm>
          <a:prstGeom prst="actionButtonHom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234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  <p:set>
                                      <p:cBhvr>
                                        <p:cTn id="7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1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6" dur="59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9500"/>
                            </p:stCondLst>
                            <p:childTnLst>
                              <p:par>
                                <p:cTn id="19" presetID="16" presetClass="exit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xit" presetSubtype="2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8" grpId="1" animBg="1"/>
      <p:bldP spid="11" grpId="0" animBg="1"/>
      <p:bldP spid="12" grpId="0" animBg="1"/>
      <p:bldP spid="13" grpId="0" animBg="1"/>
      <p:bldP spid="13" grpId="1" animBg="1"/>
      <p:bldP spid="14" grpId="0" animBg="1"/>
      <p:bldP spid="14" grpId="1" animBg="1"/>
      <p:bldP spid="14" grpId="2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F1331B5-8ED2-4735-8C27-9E68055985E8}"/>
              </a:ext>
            </a:extLst>
          </p:cNvPr>
          <p:cNvSpPr/>
          <p:nvPr/>
        </p:nvSpPr>
        <p:spPr>
          <a:xfrm>
            <a:off x="6335059" y="480509"/>
            <a:ext cx="5074023" cy="1160929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A670FAA-35AC-4F6F-8324-C86D711B27F6}"/>
              </a:ext>
            </a:extLst>
          </p:cNvPr>
          <p:cNvSpPr/>
          <p:nvPr/>
        </p:nvSpPr>
        <p:spPr>
          <a:xfrm>
            <a:off x="411778" y="4673600"/>
            <a:ext cx="1739153" cy="1573306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Time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6E15DA-B938-40B9-AC74-F1240A2DB9DA}"/>
              </a:ext>
            </a:extLst>
          </p:cNvPr>
          <p:cNvSpPr/>
          <p:nvPr/>
        </p:nvSpPr>
        <p:spPr>
          <a:xfrm>
            <a:off x="2621280" y="2413000"/>
            <a:ext cx="1737360" cy="822960"/>
          </a:xfrm>
          <a:prstGeom prst="roundRect">
            <a:avLst/>
          </a:prstGeom>
          <a:solidFill>
            <a:srgbClr val="FF0000">
              <a:alpha val="1882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D3D0A0-6DC1-46BA-9852-6BD74E2C7175}"/>
              </a:ext>
            </a:extLst>
          </p:cNvPr>
          <p:cNvSpPr/>
          <p:nvPr/>
        </p:nvSpPr>
        <p:spPr>
          <a:xfrm>
            <a:off x="6495229" y="5404524"/>
            <a:ext cx="2194560" cy="731520"/>
          </a:xfrm>
          <a:prstGeom prst="rect">
            <a:avLst/>
          </a:prstGeom>
          <a:solidFill>
            <a:srgbClr val="4472C4">
              <a:alpha val="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60534E-5252-41F4-AAA3-2868AD6F62EA}"/>
              </a:ext>
            </a:extLst>
          </p:cNvPr>
          <p:cNvSpPr/>
          <p:nvPr/>
        </p:nvSpPr>
        <p:spPr>
          <a:xfrm>
            <a:off x="9289231" y="5404524"/>
            <a:ext cx="2194560" cy="731520"/>
          </a:xfrm>
          <a:prstGeom prst="rect">
            <a:avLst/>
          </a:prstGeom>
          <a:solidFill>
            <a:srgbClr val="4472C4">
              <a:alpha val="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3104827-385C-4F18-8810-5BF99D565976}"/>
              </a:ext>
            </a:extLst>
          </p:cNvPr>
          <p:cNvSpPr/>
          <p:nvPr/>
        </p:nvSpPr>
        <p:spPr>
          <a:xfrm>
            <a:off x="2621280" y="2413000"/>
            <a:ext cx="1737360" cy="822960"/>
          </a:xfrm>
          <a:prstGeom prst="roundRect">
            <a:avLst/>
          </a:prstGeom>
          <a:solidFill>
            <a:srgbClr val="00B05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endParaRPr lang="en-US" dirty="0">
              <a:ln w="0">
                <a:solidFill>
                  <a:schemeClr val="accent6">
                    <a:lumMod val="50000"/>
                  </a:schemeClr>
                </a:solidFill>
              </a:ln>
              <a:solidFill>
                <a:srgbClr val="00B050"/>
              </a:solidFill>
              <a:effectLst>
                <a:glow rad="63500">
                  <a:schemeClr val="accent4">
                    <a:satMod val="175000"/>
                    <a:alpha val="40000"/>
                  </a:schemeClr>
                </a:glow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9" name="Smiley Face 8">
            <a:extLst>
              <a:ext uri="{FF2B5EF4-FFF2-40B4-BE49-F238E27FC236}">
                <a16:creationId xmlns:a16="http://schemas.microsoft.com/office/drawing/2014/main" id="{5288E50A-0434-46E0-A97A-DC12038E0E95}"/>
              </a:ext>
            </a:extLst>
          </p:cNvPr>
          <p:cNvSpPr/>
          <p:nvPr/>
        </p:nvSpPr>
        <p:spPr>
          <a:xfrm>
            <a:off x="3982720" y="5564691"/>
            <a:ext cx="680720" cy="934720"/>
          </a:xfrm>
          <a:prstGeom prst="smileyFac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miley Face 9">
            <a:extLst>
              <a:ext uri="{FF2B5EF4-FFF2-40B4-BE49-F238E27FC236}">
                <a16:creationId xmlns:a16="http://schemas.microsoft.com/office/drawing/2014/main" id="{2820A4EA-AA5E-415B-B3E9-97CAD4835F79}"/>
              </a:ext>
            </a:extLst>
          </p:cNvPr>
          <p:cNvSpPr/>
          <p:nvPr/>
        </p:nvSpPr>
        <p:spPr>
          <a:xfrm>
            <a:off x="5092250" y="5564691"/>
            <a:ext cx="680720" cy="934720"/>
          </a:xfrm>
          <a:prstGeom prst="smileyFace">
            <a:avLst>
              <a:gd name="adj" fmla="val -4653"/>
            </a:avLst>
          </a:prstGeom>
          <a:solidFill>
            <a:srgbClr val="FF0000"/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0164C85-2E0B-455C-9A9A-25A21203D99A}"/>
              </a:ext>
            </a:extLst>
          </p:cNvPr>
          <p:cNvSpPr/>
          <p:nvPr/>
        </p:nvSpPr>
        <p:spPr>
          <a:xfrm>
            <a:off x="2621280" y="2413000"/>
            <a:ext cx="1737360" cy="8229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754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  <p:set>
                                      <p:cBhvr>
                                        <p:cTn id="7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1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6" dur="59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9500"/>
                            </p:stCondLst>
                            <p:childTnLst>
                              <p:par>
                                <p:cTn id="19" presetID="16" presetClass="exit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xit" presetSubtype="2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4" grpId="1" animBg="1"/>
      <p:bldP spid="8" grpId="0" animBg="1"/>
      <p:bldP spid="9" grpId="0" animBg="1"/>
      <p:bldP spid="10" grpId="0" animBg="1"/>
      <p:bldP spid="10" grpId="1" animBg="1"/>
      <p:bldP spid="5" grpId="0" animBg="1"/>
      <p:bldP spid="5" grpId="1" animBg="1"/>
      <p:bldP spid="5" grpId="2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67</Words>
  <Application>Microsoft Office PowerPoint</Application>
  <PresentationFormat>Widescreen</PresentationFormat>
  <Paragraphs>67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10</cp:revision>
  <dcterms:created xsi:type="dcterms:W3CDTF">2026-04-23T08:40:04Z</dcterms:created>
  <dcterms:modified xsi:type="dcterms:W3CDTF">2026-04-23T10:35:15Z</dcterms:modified>
</cp:coreProperties>
</file>