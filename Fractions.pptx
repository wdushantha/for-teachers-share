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6" r:id="rId3"/>
    <p:sldId id="258" r:id="rId4"/>
    <p:sldId id="261" r:id="rId5"/>
    <p:sldId id="262" r:id="rId6"/>
    <p:sldId id="263" r:id="rId7"/>
    <p:sldId id="264" r:id="rId8"/>
    <p:sldId id="265" r:id="rId9"/>
    <p:sldId id="267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8D5C"/>
    <a:srgbClr val="4FB97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2" autoAdjust="0"/>
    <p:restoredTop sz="94660"/>
  </p:normalViewPr>
  <p:slideViewPr>
    <p:cSldViewPr snapToGrid="0">
      <p:cViewPr varScale="1">
        <p:scale>
          <a:sx n="55" d="100"/>
          <a:sy n="55" d="100"/>
        </p:scale>
        <p:origin x="43" y="7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00CDA-7809-4B6B-B359-AE6751F1B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4E2260-0FDC-49ED-9383-CCCE84BB8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771DB-D2A8-4DB2-958D-92F1A160B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85D4-DEC2-45C4-8583-36D50E5A6B0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5AB59-92BA-40ED-BC16-6641D43A6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1013A-C1ED-41E0-9443-D2D0A510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E424-3E9A-41FA-A0F6-5AD72CF92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152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598A3-7957-41FA-B583-662CD6B5D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5F2D4-1905-4BEF-B4E1-EF094271A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2DF62-AB1E-4175-9123-2E9F7E845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85D4-DEC2-45C4-8583-36D50E5A6B0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1C7EA-BD78-43F1-A559-2EE5EBC82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FFB55-9ED6-498D-BB98-15AD1641B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E424-3E9A-41FA-A0F6-5AD72CF92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7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67E7D-074E-47EE-96AB-3662003E9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783A1-9FB5-4829-AF97-1B0D564DF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E784E-6252-41FD-998D-97C706A46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85D4-DEC2-45C4-8583-36D50E5A6B0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34023-8886-46F6-A331-EF4E2F7EE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B566B-BA7E-41F4-9858-EC4B0B42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E424-3E9A-41FA-A0F6-5AD72CF92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80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408AC-069A-4CC2-B6C7-F59729255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C18A6-D419-47BF-A999-2A0BBDF5D6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985661-A173-4093-A16C-1DF6416375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0A483-B780-4E9A-9412-DF8C7584E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85D4-DEC2-45C4-8583-36D50E5A6B0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82601-EA6C-48DE-9711-65E2DDB1C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527DA-DA1C-461B-BA9A-9C0FC3B9B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E424-3E9A-41FA-A0F6-5AD72CF92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52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B8FF0-1FBF-4DAE-8D3E-84C898BB5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49C41-02F9-47DF-B77F-2F77D04F4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7FA8F9-33B6-4EF5-A558-051DE7480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7E7AB7-27FB-45E1-9879-C86E049CCE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DD48A7-D3AB-44C8-9742-DE39F55F1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E5CE73-E7F9-4A65-92FE-02BBB28E0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85D4-DEC2-45C4-8583-36D50E5A6B0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1CC2FE-AA06-4404-9292-AF6689040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201A94-78D3-429C-94BF-7FA567B11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E424-3E9A-41FA-A0F6-5AD72CF92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472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C5565-9E3C-42C0-A466-D3A6B0299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D9FB57-755B-4598-A91D-95E21594D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85D4-DEC2-45C4-8583-36D50E5A6B0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D7C566-1AAB-4B46-944A-768B8126B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81407A-1DC4-446C-9CA1-248E309B2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E424-3E9A-41FA-A0F6-5AD72CF92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224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887A85-334F-430F-A3BD-65BB762D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85D4-DEC2-45C4-8583-36D50E5A6B0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3AF5BE-FB83-4CCC-BAB2-5F05E42C5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598CC-C56E-4EAE-B5D9-D6625AA65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E424-3E9A-41FA-A0F6-5AD72CF92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604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62727-BE71-4A06-915C-ADF0D0D52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519F4-EC0E-4BE4-BE38-A4FC36854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9D9DDE-5518-4C9F-BFB0-714801256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04195-856E-4E1C-A3B3-53D090894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85D4-DEC2-45C4-8583-36D50E5A6B0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74152-B369-46B9-9B1E-F1E5A4C66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E8FA0-FDCB-45E8-893E-C3B8B615C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E424-3E9A-41FA-A0F6-5AD72CF92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101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5F4-E1F9-41B4-85B0-908567C0C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391BE4-0415-42DA-8198-368220277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62530-D16B-43B3-BE00-602ED75E6F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F0D37-3ED7-468F-9D1A-E71603062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85D4-DEC2-45C4-8583-36D50E5A6B0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CC174-DFF2-4B12-A18B-FA3F3F347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EC5E6-9BCB-49D1-8173-AA3A2F0D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E424-3E9A-41FA-A0F6-5AD72CF92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717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4A47F-13B8-44EF-B7E3-5A18666ED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387CA5-737D-4157-84FF-0EE68E636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DAEC9-8CAF-4DB0-AEB0-4647858E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85D4-DEC2-45C4-8583-36D50E5A6B0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33384-AD33-4A28-897B-1BA542E78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A6E61-3A83-4E1C-ABE3-8830C3EFF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E424-3E9A-41FA-A0F6-5AD72CF92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13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04D7CB-351C-4E95-8B8F-0947319DF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0FD898-B49C-4CFE-90BE-5B9578349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E0D20-CCD8-4998-AAFB-0544EBC2D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85D4-DEC2-45C4-8583-36D50E5A6B0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661FA-D02C-4690-BABA-7F947773A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6DA8F-743E-4705-93D5-3FB4236C6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E424-3E9A-41FA-A0F6-5AD72CF92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198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C6DA38-08D0-44EF-A420-639A5E0B4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06E86-0834-498E-9CD5-74695B4F1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1238D-51BA-4413-A397-B081EE3489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9F85D4-DEC2-45C4-8583-36D50E5A6B0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A6C5B-29A6-43BC-9837-EECA74B02E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4DB9D-D5A1-4602-BBAE-708B2A12F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7E424-3E9A-41FA-A0F6-5AD72CF92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04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10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0.png"/><Relationship Id="rId15" Type="http://schemas.openxmlformats.org/officeDocument/2006/relationships/image" Target="../media/image11.png"/><Relationship Id="rId10" Type="http://schemas.openxmlformats.org/officeDocument/2006/relationships/image" Target="../media/image9.png"/><Relationship Id="rId4" Type="http://schemas.openxmlformats.org/officeDocument/2006/relationships/image" Target="../media/image3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../media/image2.png"/><Relationship Id="rId7" Type="http://schemas.openxmlformats.org/officeDocument/2006/relationships/image" Target="../../media/image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../media/image5.png"/><Relationship Id="rId5" Type="http://schemas.openxmlformats.org/officeDocument/2006/relationships/image" Target="../../media/image4.png"/><Relationship Id="rId4" Type="http://schemas.openxmlformats.org/officeDocument/2006/relationships/image" Target="../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8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021A05-807B-4E8E-9173-094FF9BF7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pic>
        <p:nvPicPr>
          <p:cNvPr id="2" name="Picture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F1645FE-807A-4B26-98B1-5EE935609D9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6015269" y="4572412"/>
            <a:ext cx="6077798" cy="1057423"/>
          </a:xfrm>
          <a:prstGeom prst="rect">
            <a:avLst/>
          </a:prstGeom>
        </p:spPr>
      </p:pic>
      <p:pic>
        <p:nvPicPr>
          <p:cNvPr id="3" name="Picture 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6070686-843D-4BBA-B492-60AE96B9DF6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4653004" y="5715206"/>
            <a:ext cx="7440063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553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683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EF52B28-A75B-49B2-94C7-1B195807C25D}"/>
              </a:ext>
            </a:extLst>
          </p:cNvPr>
          <p:cNvGrpSpPr/>
          <p:nvPr/>
        </p:nvGrpSpPr>
        <p:grpSpPr>
          <a:xfrm>
            <a:off x="170474" y="-286871"/>
            <a:ext cx="12021526" cy="2519082"/>
            <a:chOff x="286979" y="690282"/>
            <a:chExt cx="12021526" cy="2519082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99AE441-BFD9-4A4C-9550-3CC783D9E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6979" y="1239529"/>
              <a:ext cx="11851305" cy="1969835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3B308CE-0BC2-472D-8C63-BD2576069B0A}"/>
                </a:ext>
              </a:extLst>
            </p:cNvPr>
            <p:cNvSpPr/>
            <p:nvPr/>
          </p:nvSpPr>
          <p:spPr>
            <a:xfrm>
              <a:off x="457200" y="690282"/>
              <a:ext cx="11851305" cy="618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2DAC95AB-48F1-4B5D-B2B9-47AD9A4BC305}"/>
              </a:ext>
            </a:extLst>
          </p:cNvPr>
          <p:cNvSpPr/>
          <p:nvPr/>
        </p:nvSpPr>
        <p:spPr>
          <a:xfrm>
            <a:off x="3545434" y="2955455"/>
            <a:ext cx="8229600" cy="16459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ne">
            <a:extLst>
              <a:ext uri="{FF2B5EF4-FFF2-40B4-BE49-F238E27FC236}">
                <a16:creationId xmlns:a16="http://schemas.microsoft.com/office/drawing/2014/main" id="{5032B177-47D2-407A-960F-E805A299A0CB}"/>
              </a:ext>
            </a:extLst>
          </p:cNvPr>
          <p:cNvSpPr/>
          <p:nvPr/>
        </p:nvSpPr>
        <p:spPr>
          <a:xfrm>
            <a:off x="527740" y="6241979"/>
            <a:ext cx="822960" cy="349623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Two">
            <a:extLst>
              <a:ext uri="{FF2B5EF4-FFF2-40B4-BE49-F238E27FC236}">
                <a16:creationId xmlns:a16="http://schemas.microsoft.com/office/drawing/2014/main" id="{ACC33B33-755E-4920-AC70-83E51AC51EA7}"/>
              </a:ext>
            </a:extLst>
          </p:cNvPr>
          <p:cNvSpPr/>
          <p:nvPr/>
        </p:nvSpPr>
        <p:spPr>
          <a:xfrm>
            <a:off x="1674111" y="6241979"/>
            <a:ext cx="822960" cy="349623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A74D16E-B552-4EFC-A5F0-579D1E94606B}"/>
                  </a:ext>
                </a:extLst>
              </p:cNvPr>
              <p:cNvSpPr/>
              <p:nvPr/>
            </p:nvSpPr>
            <p:spPr>
              <a:xfrm>
                <a:off x="3536470" y="2955455"/>
                <a:ext cx="1645920" cy="164592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A74D16E-B552-4EFC-A5F0-579D1E9460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6470" y="2955455"/>
                <a:ext cx="1645920" cy="1645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2DDC0F2-48ED-45B1-8394-867BCB80FD1F}"/>
                  </a:ext>
                </a:extLst>
              </p:cNvPr>
              <p:cNvSpPr/>
              <p:nvPr/>
            </p:nvSpPr>
            <p:spPr>
              <a:xfrm>
                <a:off x="5182390" y="2955455"/>
                <a:ext cx="1645920" cy="164592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2DDC0F2-48ED-45B1-8394-867BCB80FD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2390" y="2955455"/>
                <a:ext cx="1645920" cy="1645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08A1CBF-A4FB-4014-9E04-41865BD37131}"/>
                  </a:ext>
                </a:extLst>
              </p:cNvPr>
              <p:cNvSpPr/>
              <p:nvPr/>
            </p:nvSpPr>
            <p:spPr>
              <a:xfrm>
                <a:off x="6828310" y="2955455"/>
                <a:ext cx="1645920" cy="164592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08A1CBF-A4FB-4014-9E04-41865BD371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310" y="2955455"/>
                <a:ext cx="1645920" cy="1645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4422BBC-6891-47FB-BF7A-BDE6254D3B2E}"/>
                  </a:ext>
                </a:extLst>
              </p:cNvPr>
              <p:cNvSpPr/>
              <p:nvPr/>
            </p:nvSpPr>
            <p:spPr>
              <a:xfrm>
                <a:off x="8474230" y="2955455"/>
                <a:ext cx="1645920" cy="164592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4422BBC-6891-47FB-BF7A-BDE6254D3B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230" y="2955455"/>
                <a:ext cx="1645920" cy="1645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C507975-6046-470B-825C-CC103E390942}"/>
                  </a:ext>
                </a:extLst>
              </p:cNvPr>
              <p:cNvSpPr/>
              <p:nvPr/>
            </p:nvSpPr>
            <p:spPr>
              <a:xfrm>
                <a:off x="10120150" y="2955455"/>
                <a:ext cx="1645920" cy="164592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C507975-6046-470B-825C-CC103E3909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0150" y="2955455"/>
                <a:ext cx="1645920" cy="1645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hree">
            <a:extLst>
              <a:ext uri="{FF2B5EF4-FFF2-40B4-BE49-F238E27FC236}">
                <a16:creationId xmlns:a16="http://schemas.microsoft.com/office/drawing/2014/main" id="{EEB7594D-146B-46E0-B0F6-5295A8ABD373}"/>
              </a:ext>
            </a:extLst>
          </p:cNvPr>
          <p:cNvSpPr/>
          <p:nvPr/>
        </p:nvSpPr>
        <p:spPr>
          <a:xfrm>
            <a:off x="2820482" y="6241979"/>
            <a:ext cx="822960" cy="349623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BBDB7400-B965-4A24-8D6E-CA7D6DC14A26}"/>
              </a:ext>
            </a:extLst>
          </p:cNvPr>
          <p:cNvSpPr/>
          <p:nvPr/>
        </p:nvSpPr>
        <p:spPr>
          <a:xfrm rot="16200000">
            <a:off x="4105018" y="4225197"/>
            <a:ext cx="526753" cy="1645920"/>
          </a:xfrm>
          <a:prstGeom prst="leftBrace">
            <a:avLst>
              <a:gd name="adj1" fmla="val 50234"/>
              <a:gd name="adj2" fmla="val 50000"/>
            </a:avLst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84784A93-1357-4D53-9049-D23B3A734639}"/>
              </a:ext>
            </a:extLst>
          </p:cNvPr>
          <p:cNvSpPr/>
          <p:nvPr/>
        </p:nvSpPr>
        <p:spPr>
          <a:xfrm rot="16200000">
            <a:off x="8210854" y="1756316"/>
            <a:ext cx="526753" cy="6583681"/>
          </a:xfrm>
          <a:prstGeom prst="leftBrace">
            <a:avLst>
              <a:gd name="adj1" fmla="val 34272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1B477E3-4297-4C67-A6A1-A752DCE729B5}"/>
              </a:ext>
            </a:extLst>
          </p:cNvPr>
          <p:cNvSpPr/>
          <p:nvPr/>
        </p:nvSpPr>
        <p:spPr>
          <a:xfrm>
            <a:off x="4049312" y="5494939"/>
            <a:ext cx="578069" cy="63062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7" name="Four">
            <a:extLst>
              <a:ext uri="{FF2B5EF4-FFF2-40B4-BE49-F238E27FC236}">
                <a16:creationId xmlns:a16="http://schemas.microsoft.com/office/drawing/2014/main" id="{750AE940-EE3D-4B8E-BC0A-B20D8C0F53B1}"/>
              </a:ext>
            </a:extLst>
          </p:cNvPr>
          <p:cNvSpPr/>
          <p:nvPr/>
        </p:nvSpPr>
        <p:spPr>
          <a:xfrm>
            <a:off x="3966853" y="6241979"/>
            <a:ext cx="822960" cy="349623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BE54F51-C062-42FA-9D31-5A13FAAF0825}"/>
              </a:ext>
            </a:extLst>
          </p:cNvPr>
          <p:cNvSpPr/>
          <p:nvPr/>
        </p:nvSpPr>
        <p:spPr>
          <a:xfrm>
            <a:off x="7904073" y="5458475"/>
            <a:ext cx="1140311" cy="630620"/>
          </a:xfrm>
          <a:prstGeom prst="roundRect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Kids</a:t>
            </a:r>
          </a:p>
        </p:txBody>
      </p:sp>
      <p:sp>
        <p:nvSpPr>
          <p:cNvPr id="19" name="Five">
            <a:extLst>
              <a:ext uri="{FF2B5EF4-FFF2-40B4-BE49-F238E27FC236}">
                <a16:creationId xmlns:a16="http://schemas.microsoft.com/office/drawing/2014/main" id="{609DE0BC-BAA8-4BCC-B4BF-B322565F9921}"/>
              </a:ext>
            </a:extLst>
          </p:cNvPr>
          <p:cNvSpPr/>
          <p:nvPr/>
        </p:nvSpPr>
        <p:spPr>
          <a:xfrm>
            <a:off x="5113224" y="6241979"/>
            <a:ext cx="822960" cy="349623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: Single Corner Snipped 19">
                <a:extLst>
                  <a:ext uri="{FF2B5EF4-FFF2-40B4-BE49-F238E27FC236}">
                    <a16:creationId xmlns:a16="http://schemas.microsoft.com/office/drawing/2014/main" id="{1FEBAB15-4CA9-4FCA-B52E-60654D362346}"/>
                  </a:ext>
                </a:extLst>
              </p:cNvPr>
              <p:cNvSpPr/>
              <p:nvPr/>
            </p:nvSpPr>
            <p:spPr>
              <a:xfrm>
                <a:off x="95426" y="2371148"/>
                <a:ext cx="1299620" cy="822960"/>
              </a:xfrm>
              <a:prstGeom prst="snip1Rect">
                <a:avLst/>
              </a:prstGeom>
              <a:ln w="28575">
                <a:solidFill>
                  <a:srgbClr val="7030A0"/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/>
                  <a:t>1 -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Rectangle: Single Corner Snipped 19">
                <a:extLst>
                  <a:ext uri="{FF2B5EF4-FFF2-40B4-BE49-F238E27FC236}">
                    <a16:creationId xmlns:a16="http://schemas.microsoft.com/office/drawing/2014/main" id="{1FEBAB15-4CA9-4FCA-B52E-60654D3623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26" y="2371148"/>
                <a:ext cx="1299620" cy="822960"/>
              </a:xfrm>
              <a:prstGeom prst="snip1Rect">
                <a:avLst/>
              </a:prstGeom>
              <a:blipFill>
                <a:blip r:embed="rId4"/>
                <a:stretch>
                  <a:fillRect b="-5000"/>
                </a:stretch>
              </a:blipFill>
              <a:ln w="28575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Single Corner Snipped 20">
                <a:extLst>
                  <a:ext uri="{FF2B5EF4-FFF2-40B4-BE49-F238E27FC236}">
                    <a16:creationId xmlns:a16="http://schemas.microsoft.com/office/drawing/2014/main" id="{6A5B424B-23CF-4E17-AE1D-F2A31D087923}"/>
                  </a:ext>
                </a:extLst>
              </p:cNvPr>
              <p:cNvSpPr/>
              <p:nvPr/>
            </p:nvSpPr>
            <p:spPr>
              <a:xfrm>
                <a:off x="1697622" y="2371148"/>
                <a:ext cx="1774178" cy="822960"/>
              </a:xfrm>
              <a:prstGeom prst="snip1Rect">
                <a:avLst/>
              </a:prstGeom>
              <a:ln w="28575">
                <a:solidFill>
                  <a:srgbClr val="7030A0"/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800" dirty="0"/>
                  <a:t> -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Rectangle: Single Corner Snipped 20">
                <a:extLst>
                  <a:ext uri="{FF2B5EF4-FFF2-40B4-BE49-F238E27FC236}">
                    <a16:creationId xmlns:a16="http://schemas.microsoft.com/office/drawing/2014/main" id="{6A5B424B-23CF-4E17-AE1D-F2A31D0879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7622" y="2371148"/>
                <a:ext cx="1774178" cy="822960"/>
              </a:xfrm>
              <a:prstGeom prst="snip1Rect">
                <a:avLst/>
              </a:prstGeom>
              <a:blipFill>
                <a:blip r:embed="rId5"/>
                <a:stretch>
                  <a:fillRect b="-5000"/>
                </a:stretch>
              </a:blipFill>
              <a:ln w="28575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Left Brace 21">
            <a:extLst>
              <a:ext uri="{FF2B5EF4-FFF2-40B4-BE49-F238E27FC236}">
                <a16:creationId xmlns:a16="http://schemas.microsoft.com/office/drawing/2014/main" id="{F57366AB-9975-44A3-816B-6E4F20111A37}"/>
              </a:ext>
            </a:extLst>
          </p:cNvPr>
          <p:cNvSpPr/>
          <p:nvPr/>
        </p:nvSpPr>
        <p:spPr>
          <a:xfrm rot="5400000">
            <a:off x="6564933" y="958939"/>
            <a:ext cx="526753" cy="3291839"/>
          </a:xfrm>
          <a:prstGeom prst="leftBrace">
            <a:avLst>
              <a:gd name="adj1" fmla="val 34272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4941F6B-C07D-46D9-BD05-9CC0AAC786FB}"/>
              </a:ext>
            </a:extLst>
          </p:cNvPr>
          <p:cNvSpPr/>
          <p:nvPr/>
        </p:nvSpPr>
        <p:spPr>
          <a:xfrm>
            <a:off x="6539274" y="1751758"/>
            <a:ext cx="578069" cy="526753"/>
          </a:xfrm>
          <a:prstGeom prst="roundRect">
            <a:avLst/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24" name="Six">
            <a:extLst>
              <a:ext uri="{FF2B5EF4-FFF2-40B4-BE49-F238E27FC236}">
                <a16:creationId xmlns:a16="http://schemas.microsoft.com/office/drawing/2014/main" id="{67F37265-A765-4B0B-92A6-51307DCF216D}"/>
              </a:ext>
            </a:extLst>
          </p:cNvPr>
          <p:cNvSpPr/>
          <p:nvPr/>
        </p:nvSpPr>
        <p:spPr>
          <a:xfrm>
            <a:off x="6259595" y="6241979"/>
            <a:ext cx="822960" cy="349623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Single Corner Snipped 24">
                <a:extLst>
                  <a:ext uri="{FF2B5EF4-FFF2-40B4-BE49-F238E27FC236}">
                    <a16:creationId xmlns:a16="http://schemas.microsoft.com/office/drawing/2014/main" id="{108BA41C-4E20-490D-BCF6-0FDD2EB2DC69}"/>
                  </a:ext>
                </a:extLst>
              </p:cNvPr>
              <p:cNvSpPr/>
              <p:nvPr/>
            </p:nvSpPr>
            <p:spPr>
              <a:xfrm>
                <a:off x="1610333" y="3281394"/>
                <a:ext cx="1774178" cy="822960"/>
              </a:xfrm>
              <a:prstGeom prst="snip1Rect">
                <a:avLst/>
              </a:prstGeom>
              <a:ln w="28575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800" dirty="0"/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5" name="Rectangle: Single Corner Snipped 24">
                <a:extLst>
                  <a:ext uri="{FF2B5EF4-FFF2-40B4-BE49-F238E27FC236}">
                    <a16:creationId xmlns:a16="http://schemas.microsoft.com/office/drawing/2014/main" id="{108BA41C-4E20-490D-BCF6-0FDD2EB2DC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0333" y="3281394"/>
                <a:ext cx="1774178" cy="822960"/>
              </a:xfrm>
              <a:prstGeom prst="snip1Rect">
                <a:avLst/>
              </a:prstGeom>
              <a:blipFill>
                <a:blip r:embed="rId6"/>
                <a:stretch>
                  <a:fillRect b="-5000"/>
                </a:stretch>
              </a:blipFill>
              <a:ln w="28575">
                <a:solidFill>
                  <a:schemeClr val="accent4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903EA05-5616-4F58-9063-454BBD7D910E}"/>
                  </a:ext>
                </a:extLst>
              </p:cNvPr>
              <p:cNvSpPr/>
              <p:nvPr/>
            </p:nvSpPr>
            <p:spPr>
              <a:xfrm>
                <a:off x="8480583" y="4052736"/>
                <a:ext cx="1645920" cy="54864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sz="1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903EA05-5616-4F58-9063-454BBD7D91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0583" y="4052736"/>
                <a:ext cx="1645920" cy="5486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5349430-8836-4670-B1A1-B975F7DEED62}"/>
                  </a:ext>
                </a:extLst>
              </p:cNvPr>
              <p:cNvSpPr/>
              <p:nvPr/>
            </p:nvSpPr>
            <p:spPr>
              <a:xfrm>
                <a:off x="10122562" y="4052736"/>
                <a:ext cx="1645920" cy="54864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sz="1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5349430-8836-4670-B1A1-B975F7DEED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2562" y="4052736"/>
                <a:ext cx="1645920" cy="54864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63E45868-AC78-432D-A599-3F89385E0DAB}"/>
              </a:ext>
            </a:extLst>
          </p:cNvPr>
          <p:cNvSpPr/>
          <p:nvPr/>
        </p:nvSpPr>
        <p:spPr>
          <a:xfrm>
            <a:off x="8475312" y="2955454"/>
            <a:ext cx="1645920" cy="5486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9DA791-2CB5-4387-89B8-F927982AEB88}"/>
              </a:ext>
            </a:extLst>
          </p:cNvPr>
          <p:cNvSpPr/>
          <p:nvPr/>
        </p:nvSpPr>
        <p:spPr>
          <a:xfrm>
            <a:off x="10118621" y="2955454"/>
            <a:ext cx="1645920" cy="5486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30" name="Seven">
            <a:extLst>
              <a:ext uri="{FF2B5EF4-FFF2-40B4-BE49-F238E27FC236}">
                <a16:creationId xmlns:a16="http://schemas.microsoft.com/office/drawing/2014/main" id="{2060521F-A5C6-4931-B829-90C1B7165A6D}"/>
              </a:ext>
            </a:extLst>
          </p:cNvPr>
          <p:cNvSpPr/>
          <p:nvPr/>
        </p:nvSpPr>
        <p:spPr>
          <a:xfrm>
            <a:off x="7405966" y="6241979"/>
            <a:ext cx="822960" cy="349623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: Single Corner Snipped 31">
                <a:extLst>
                  <a:ext uri="{FF2B5EF4-FFF2-40B4-BE49-F238E27FC236}">
                    <a16:creationId xmlns:a16="http://schemas.microsoft.com/office/drawing/2014/main" id="{70166E51-07B9-43AA-AA2E-CAA4835F316E}"/>
                  </a:ext>
                </a:extLst>
              </p:cNvPr>
              <p:cNvSpPr/>
              <p:nvPr/>
            </p:nvSpPr>
            <p:spPr>
              <a:xfrm>
                <a:off x="1578669" y="4211392"/>
                <a:ext cx="1774178" cy="822960"/>
              </a:xfrm>
              <a:prstGeom prst="snip1Rect">
                <a:avLst/>
              </a:prstGeom>
              <a:ln w="28575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800" dirty="0"/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Rectangle: Single Corner Snipped 31">
                <a:extLst>
                  <a:ext uri="{FF2B5EF4-FFF2-40B4-BE49-F238E27FC236}">
                    <a16:creationId xmlns:a16="http://schemas.microsoft.com/office/drawing/2014/main" id="{70166E51-07B9-43AA-AA2E-CAA4835F31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669" y="4211392"/>
                <a:ext cx="1774178" cy="822960"/>
              </a:xfrm>
              <a:prstGeom prst="snip1Rect">
                <a:avLst/>
              </a:prstGeom>
              <a:blipFill>
                <a:blip r:embed="rId9"/>
                <a:stretch>
                  <a:fillRect b="-5000"/>
                </a:stretch>
              </a:blipFill>
              <a:ln w="28575">
                <a:solidFill>
                  <a:schemeClr val="accent4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Eight">
            <a:extLst>
              <a:ext uri="{FF2B5EF4-FFF2-40B4-BE49-F238E27FC236}">
                <a16:creationId xmlns:a16="http://schemas.microsoft.com/office/drawing/2014/main" id="{BD689110-F51B-457C-BF90-234699AADC73}"/>
              </a:ext>
            </a:extLst>
          </p:cNvPr>
          <p:cNvSpPr/>
          <p:nvPr/>
        </p:nvSpPr>
        <p:spPr>
          <a:xfrm>
            <a:off x="8552337" y="6241979"/>
            <a:ext cx="822960" cy="349623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4" name="Nine">
            <a:extLst>
              <a:ext uri="{FF2B5EF4-FFF2-40B4-BE49-F238E27FC236}">
                <a16:creationId xmlns:a16="http://schemas.microsoft.com/office/drawing/2014/main" id="{D3B99745-7AF5-49C3-BB9C-51CBEAEFAD86}"/>
              </a:ext>
            </a:extLst>
          </p:cNvPr>
          <p:cNvSpPr/>
          <p:nvPr/>
        </p:nvSpPr>
        <p:spPr>
          <a:xfrm>
            <a:off x="9698708" y="6241979"/>
            <a:ext cx="822960" cy="349623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: Single Corner Snipped 34">
                <a:extLst>
                  <a:ext uri="{FF2B5EF4-FFF2-40B4-BE49-F238E27FC236}">
                    <a16:creationId xmlns:a16="http://schemas.microsoft.com/office/drawing/2014/main" id="{24498459-4B26-4D5A-8791-54C393E1ECDF}"/>
                  </a:ext>
                </a:extLst>
              </p:cNvPr>
              <p:cNvSpPr/>
              <p:nvPr/>
            </p:nvSpPr>
            <p:spPr>
              <a:xfrm>
                <a:off x="95425" y="5129727"/>
                <a:ext cx="2161999" cy="822960"/>
              </a:xfrm>
              <a:prstGeom prst="snip1Rect">
                <a:avLst/>
              </a:prstGeom>
              <a:ln w="28575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US" sz="28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Rectangle: Single Corner Snipped 34">
                <a:extLst>
                  <a:ext uri="{FF2B5EF4-FFF2-40B4-BE49-F238E27FC236}">
                    <a16:creationId xmlns:a16="http://schemas.microsoft.com/office/drawing/2014/main" id="{24498459-4B26-4D5A-8791-54C393E1EC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25" y="5129727"/>
                <a:ext cx="2161999" cy="822960"/>
              </a:xfrm>
              <a:prstGeom prst="snip1Rect">
                <a:avLst/>
              </a:prstGeom>
              <a:blipFill>
                <a:blip r:embed="rId10"/>
                <a:stretch>
                  <a:fillRect b="-5000"/>
                </a:stretch>
              </a:blipFill>
              <a:ln w="28575">
                <a:solidFill>
                  <a:schemeClr val="accent4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Arrow: Chevron 30">
            <a:extLst>
              <a:ext uri="{FF2B5EF4-FFF2-40B4-BE49-F238E27FC236}">
                <a16:creationId xmlns:a16="http://schemas.microsoft.com/office/drawing/2014/main" id="{42FE4B0A-6327-4862-AF1C-6E1F4BF7786F}"/>
              </a:ext>
            </a:extLst>
          </p:cNvPr>
          <p:cNvSpPr/>
          <p:nvPr/>
        </p:nvSpPr>
        <p:spPr>
          <a:xfrm>
            <a:off x="1475915" y="2730977"/>
            <a:ext cx="180175" cy="2100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: Single Corner Snipped 35">
                <a:extLst>
                  <a:ext uri="{FF2B5EF4-FFF2-40B4-BE49-F238E27FC236}">
                    <a16:creationId xmlns:a16="http://schemas.microsoft.com/office/drawing/2014/main" id="{D570BF4B-8917-42C3-BA47-7C223F535504}"/>
                  </a:ext>
                </a:extLst>
              </p:cNvPr>
              <p:cNvSpPr/>
              <p:nvPr/>
            </p:nvSpPr>
            <p:spPr>
              <a:xfrm>
                <a:off x="103318" y="4201128"/>
                <a:ext cx="1114668" cy="822960"/>
              </a:xfrm>
              <a:prstGeom prst="snip1Rect">
                <a:avLst/>
              </a:prstGeom>
              <a:ln w="28575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6" name="Rectangle: Single Corner Snipped 35">
                <a:extLst>
                  <a:ext uri="{FF2B5EF4-FFF2-40B4-BE49-F238E27FC236}">
                    <a16:creationId xmlns:a16="http://schemas.microsoft.com/office/drawing/2014/main" id="{D570BF4B-8917-42C3-BA47-7C223F5355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18" y="4201128"/>
                <a:ext cx="1114668" cy="822960"/>
              </a:xfrm>
              <a:prstGeom prst="snip1Rect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chemeClr val="accent4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Arrow: Chevron 37">
            <a:extLst>
              <a:ext uri="{FF2B5EF4-FFF2-40B4-BE49-F238E27FC236}">
                <a16:creationId xmlns:a16="http://schemas.microsoft.com/office/drawing/2014/main" id="{6FA9BCF7-69D6-43E7-8800-A4B6A9EB4BAF}"/>
              </a:ext>
            </a:extLst>
          </p:cNvPr>
          <p:cNvSpPr/>
          <p:nvPr/>
        </p:nvSpPr>
        <p:spPr>
          <a:xfrm>
            <a:off x="1282656" y="4517824"/>
            <a:ext cx="180175" cy="2100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Arrow: Chevron 39">
            <a:extLst>
              <a:ext uri="{FF2B5EF4-FFF2-40B4-BE49-F238E27FC236}">
                <a16:creationId xmlns:a16="http://schemas.microsoft.com/office/drawing/2014/main" id="{46970165-2BD9-46AF-A2E0-947D3589843C}"/>
              </a:ext>
            </a:extLst>
          </p:cNvPr>
          <p:cNvSpPr/>
          <p:nvPr/>
        </p:nvSpPr>
        <p:spPr>
          <a:xfrm>
            <a:off x="1354178" y="3575921"/>
            <a:ext cx="180175" cy="2100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Ten">
            <a:extLst>
              <a:ext uri="{FF2B5EF4-FFF2-40B4-BE49-F238E27FC236}">
                <a16:creationId xmlns:a16="http://schemas.microsoft.com/office/drawing/2014/main" id="{ECFE7F4B-11B6-478D-9E1C-DD13306E66D9}"/>
              </a:ext>
            </a:extLst>
          </p:cNvPr>
          <p:cNvSpPr/>
          <p:nvPr/>
        </p:nvSpPr>
        <p:spPr>
          <a:xfrm>
            <a:off x="10845076" y="6241979"/>
            <a:ext cx="822960" cy="349623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E9A845B-427D-4F7C-9F40-40276FF78F93}"/>
              </a:ext>
            </a:extLst>
          </p:cNvPr>
          <p:cNvSpPr/>
          <p:nvPr/>
        </p:nvSpPr>
        <p:spPr>
          <a:xfrm>
            <a:off x="204975" y="4104354"/>
            <a:ext cx="3384331" cy="1926959"/>
          </a:xfrm>
          <a:prstGeom prst="ellipse">
            <a:avLst/>
          </a:prstGeom>
          <a:solidFill>
            <a:srgbClr val="4FB97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: Single Corner Snipped 42">
                <a:extLst>
                  <a:ext uri="{FF2B5EF4-FFF2-40B4-BE49-F238E27FC236}">
                    <a16:creationId xmlns:a16="http://schemas.microsoft.com/office/drawing/2014/main" id="{1376CB3B-A7B9-4019-AA96-714EBAA4039B}"/>
                  </a:ext>
                </a:extLst>
              </p:cNvPr>
              <p:cNvSpPr/>
              <p:nvPr/>
            </p:nvSpPr>
            <p:spPr>
              <a:xfrm>
                <a:off x="1697622" y="4607985"/>
                <a:ext cx="1774178" cy="822960"/>
              </a:xfrm>
              <a:prstGeom prst="snip1Rect">
                <a:avLst/>
              </a:prstGeom>
              <a:solidFill>
                <a:srgbClr val="FFFF00"/>
              </a:solidFill>
              <a:ln w="28575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sz="2800" b="1" dirty="0"/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𝟏𝟓</m:t>
                        </m:r>
                      </m:den>
                    </m:f>
                  </m:oMath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43" name="Rectangle: Single Corner Snipped 42">
                <a:extLst>
                  <a:ext uri="{FF2B5EF4-FFF2-40B4-BE49-F238E27FC236}">
                    <a16:creationId xmlns:a16="http://schemas.microsoft.com/office/drawing/2014/main" id="{1376CB3B-A7B9-4019-AA96-714EBAA403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7622" y="4607985"/>
                <a:ext cx="1774178" cy="822960"/>
              </a:xfrm>
              <a:prstGeom prst="snip1Rect">
                <a:avLst/>
              </a:prstGeom>
              <a:blipFill>
                <a:blip r:embed="rId13"/>
                <a:stretch>
                  <a:fillRect b="-5000"/>
                </a:stretch>
              </a:blipFill>
              <a:ln w="28575">
                <a:solidFill>
                  <a:schemeClr val="accent4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: Single Corner Snipped 43">
                <a:extLst>
                  <a:ext uri="{FF2B5EF4-FFF2-40B4-BE49-F238E27FC236}">
                    <a16:creationId xmlns:a16="http://schemas.microsoft.com/office/drawing/2014/main" id="{AB7DDCB4-B409-48BA-BBBA-30A362BC3430}"/>
                  </a:ext>
                </a:extLst>
              </p:cNvPr>
              <p:cNvSpPr/>
              <p:nvPr/>
            </p:nvSpPr>
            <p:spPr>
              <a:xfrm>
                <a:off x="201127" y="4601375"/>
                <a:ext cx="1114668" cy="822960"/>
              </a:xfrm>
              <a:prstGeom prst="snip1Rect">
                <a:avLst/>
              </a:prstGeom>
              <a:solidFill>
                <a:srgbClr val="FFFF00"/>
              </a:solidFill>
              <a:ln w="28575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44" name="Rectangle: Single Corner Snipped 43">
                <a:extLst>
                  <a:ext uri="{FF2B5EF4-FFF2-40B4-BE49-F238E27FC236}">
                    <a16:creationId xmlns:a16="http://schemas.microsoft.com/office/drawing/2014/main" id="{AB7DDCB4-B409-48BA-BBBA-30A362BC34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27" y="4601375"/>
                <a:ext cx="1114668" cy="822960"/>
              </a:xfrm>
              <a:prstGeom prst="snip1Rect">
                <a:avLst/>
              </a:prstGeom>
              <a:blipFill>
                <a:blip r:embed="rId14"/>
                <a:stretch>
                  <a:fillRect/>
                </a:stretch>
              </a:blipFill>
              <a:ln w="28575">
                <a:solidFill>
                  <a:schemeClr val="accent4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Arrow: Chevron 44">
            <a:extLst>
              <a:ext uri="{FF2B5EF4-FFF2-40B4-BE49-F238E27FC236}">
                <a16:creationId xmlns:a16="http://schemas.microsoft.com/office/drawing/2014/main" id="{5FC243C2-12B5-4157-9D77-F526F25DD017}"/>
              </a:ext>
            </a:extLst>
          </p:cNvPr>
          <p:cNvSpPr/>
          <p:nvPr/>
        </p:nvSpPr>
        <p:spPr>
          <a:xfrm>
            <a:off x="1424534" y="4914417"/>
            <a:ext cx="180175" cy="2100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Arrow: Pentagon 3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EAE3842-27EE-4017-951E-30815315A67C}"/>
              </a:ext>
            </a:extLst>
          </p:cNvPr>
          <p:cNvSpPr/>
          <p:nvPr/>
        </p:nvSpPr>
        <p:spPr>
          <a:xfrm>
            <a:off x="11327341" y="5635437"/>
            <a:ext cx="694438" cy="349623"/>
          </a:xfrm>
          <a:prstGeom prst="homePlat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2EEA4D2-5002-4E96-9CC4-61B6286626D1}"/>
              </a:ext>
            </a:extLst>
          </p:cNvPr>
          <p:cNvSpPr/>
          <p:nvPr/>
        </p:nvSpPr>
        <p:spPr>
          <a:xfrm>
            <a:off x="10005848" y="2730977"/>
            <a:ext cx="1825974" cy="1996942"/>
          </a:xfrm>
          <a:prstGeom prst="roundRect">
            <a:avLst/>
          </a:prstGeom>
          <a:noFill/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55DEC34-BFA3-4368-B116-9E87660809B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25" y="3264372"/>
            <a:ext cx="1091279" cy="853514"/>
          </a:xfrm>
          <a:prstGeom prst="rect">
            <a:avLst/>
          </a:prstGeom>
        </p:spPr>
      </p:pic>
      <p:sp>
        <p:nvSpPr>
          <p:cNvPr id="39" name="Isosceles Triangle 38">
            <a:hlinkClick r:id="" action="ppaction://hlinkshowjump?jump=endshow"/>
            <a:extLst>
              <a:ext uri="{FF2B5EF4-FFF2-40B4-BE49-F238E27FC236}">
                <a16:creationId xmlns:a16="http://schemas.microsoft.com/office/drawing/2014/main" id="{805C5AC5-3170-4BF0-9F46-3929D1CD03A0}"/>
              </a:ext>
            </a:extLst>
          </p:cNvPr>
          <p:cNvSpPr/>
          <p:nvPr/>
        </p:nvSpPr>
        <p:spPr>
          <a:xfrm>
            <a:off x="10443882" y="134471"/>
            <a:ext cx="1577643" cy="38062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Exit</a:t>
            </a:r>
          </a:p>
        </p:txBody>
      </p:sp>
      <p:sp>
        <p:nvSpPr>
          <p:cNvPr id="49" name="Isosceles Triangle 4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BA7B457-140B-414F-A370-7E323847202E}"/>
              </a:ext>
            </a:extLst>
          </p:cNvPr>
          <p:cNvSpPr/>
          <p:nvPr/>
        </p:nvSpPr>
        <p:spPr>
          <a:xfrm>
            <a:off x="27066" y="94828"/>
            <a:ext cx="1577643" cy="38062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 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316A8C00-CCFF-423A-A228-82C626D19E83}"/>
                  </a:ext>
                </a:extLst>
              </p:cNvPr>
              <p:cNvSpPr/>
              <p:nvPr/>
            </p:nvSpPr>
            <p:spPr>
              <a:xfrm>
                <a:off x="27066" y="538185"/>
                <a:ext cx="11554526" cy="1211179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ta-IN" sz="1600" dirty="0"/>
                  <a:t>ஒரு தந்தை தனது நிலத்தில்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a-IN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ta-IN" sz="1600" dirty="0"/>
                  <a:t>​ பங்கை தனக்கு ஒதுக்கிக் கொள்கிறார். மீதமுள்ள நிலத்தை தனது குழந்தைகளுக்குப் பகிர்ந்தளிக்கிறார். அந்த மீதி நிலத்தில்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a-I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ta-IN" sz="1600" dirty="0"/>
                  <a:t>​ ​ பங்கு மகனுக்குக் கொடுக்கப்படுகிறது. மீதமுள்ள பகுதி மூன்று மகள்களுக்கும் சமமாகப் பங்கிடப்படுகிறது.</a:t>
                </a:r>
                <a:endParaRPr lang="en-US" sz="1600" dirty="0"/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316A8C00-CCFF-423A-A228-82C626D19E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6" y="538185"/>
                <a:ext cx="11554526" cy="121117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1802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4B183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4B183"/>
                                      </p:to>
                                    </p:animClr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4B183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4B183"/>
                                      </p:to>
                                    </p:animClr>
                                    <p:set>
                                      <p:cBhvr>
                                        <p:cTn id="6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4B183"/>
                                      </p:to>
                                    </p:animClr>
                                    <p:set>
                                      <p:cBhvr>
                                        <p:cTn id="7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0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4B183"/>
                                      </p:to>
                                    </p:animClr>
                                    <p:set>
                                      <p:cBhvr>
                                        <p:cTn id="10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12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  <p:set>
                                      <p:cBhvr>
                                        <p:cTn id="11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  <p:set>
                                      <p:cBhvr>
                                        <p:cTn id="11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4000"/>
                            </p:stCondLst>
                            <p:childTnLst>
                              <p:par>
                                <p:cTn id="1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45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4B183"/>
                                      </p:to>
                                    </p:animClr>
                                    <p:set>
                                      <p:cBhvr>
                                        <p:cTn id="13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9C9C9"/>
                                      </p:to>
                                    </p:animClr>
                                    <p:set>
                                      <p:cBhvr>
                                        <p:cTn id="162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4B183"/>
                                      </p:to>
                                    </p:animClr>
                                    <p:set>
                                      <p:cBhvr>
                                        <p:cTn id="169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2000"/>
                            </p:stCondLst>
                            <p:childTnLst>
                              <p:par>
                                <p:cTn id="1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2500"/>
                            </p:stCondLst>
                            <p:childTnLst>
                              <p:par>
                                <p:cTn id="1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3000"/>
                            </p:stCondLst>
                            <p:childTnLst>
                              <p:par>
                                <p:cTn id="1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3500"/>
                            </p:stCondLst>
                            <p:childTnLst>
                              <p:par>
                                <p:cTn id="1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4B183"/>
                                      </p:to>
                                    </p:animClr>
                                    <p:set>
                                      <p:cBhvr>
                                        <p:cTn id="19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7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9C9C9"/>
                                      </p:to>
                                    </p:animClr>
                                    <p:set>
                                      <p:cBhvr>
                                        <p:cTn id="20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2000"/>
                            </p:stCondLst>
                            <p:childTnLst>
                              <p:par>
                                <p:cTn id="2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2500"/>
                            </p:stCondLst>
                            <p:childTnLst>
                              <p:par>
                                <p:cTn id="2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4B183"/>
                                      </p:to>
                                    </p:animClr>
                                    <p:set>
                                      <p:cBhvr>
                                        <p:cTn id="215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6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231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2" fill="hold">
                      <p:stCondLst>
                        <p:cond delay="0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39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0" fill="hold">
                      <p:stCondLst>
                        <p:cond delay="0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  <p:bldLst>
      <p:bldP spid="5" grpId="0" animBg="1"/>
      <p:bldP spid="8" grpId="0" build="allAtOnce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6" grpId="0" animBg="1"/>
      <p:bldP spid="27" grpId="0" animBg="1"/>
      <p:bldP spid="28" grpId="0" animBg="1"/>
      <p:bldP spid="29" grpId="1" build="allAtOnce" animBg="1"/>
      <p:bldP spid="31" grpId="0" animBg="1"/>
      <p:bldP spid="38" grpId="0" animBg="1"/>
      <p:bldP spid="40" grpId="0" animBg="1"/>
      <p:bldP spid="42" grpId="0" animBg="1"/>
      <p:bldP spid="45" grpId="0" animBg="1"/>
      <p:bldP spid="46" grpId="0" animBg="1"/>
      <p:bldP spid="50" grpId="0" animBg="1"/>
      <p:bldP spid="50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Single Corner Snipped 1">
                <a:extLst>
                  <a:ext uri="{FF2B5EF4-FFF2-40B4-BE49-F238E27FC236}">
                    <a16:creationId xmlns:a16="http://schemas.microsoft.com/office/drawing/2014/main" id="{6E62084E-216B-463C-B3BF-A5E3095FE99F}"/>
                  </a:ext>
                </a:extLst>
              </p:cNvPr>
              <p:cNvSpPr/>
              <p:nvPr/>
            </p:nvSpPr>
            <p:spPr>
              <a:xfrm>
                <a:off x="3915370" y="3573674"/>
                <a:ext cx="2398027" cy="1226925"/>
              </a:xfrm>
              <a:prstGeom prst="snip1Rect">
                <a:avLst/>
              </a:prstGeom>
              <a:ln w="28575">
                <a:solidFill>
                  <a:srgbClr val="7030A0"/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3600" dirty="0"/>
                  <a:t> -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2" name="Rectangle: Single Corner Snipped 1">
                <a:extLst>
                  <a:ext uri="{FF2B5EF4-FFF2-40B4-BE49-F238E27FC236}">
                    <a16:creationId xmlns:a16="http://schemas.microsoft.com/office/drawing/2014/main" id="{6E62084E-216B-463C-B3BF-A5E3095FE9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370" y="3573674"/>
                <a:ext cx="2398027" cy="1226925"/>
              </a:xfrm>
              <a:prstGeom prst="snip1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575D37E-E1A6-4094-9ABF-16B130D5E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256" y="737111"/>
            <a:ext cx="10574060" cy="641913"/>
          </a:xfrm>
          <a:prstGeom prst="rect">
            <a:avLst/>
          </a:prstGeom>
        </p:spPr>
      </p:pic>
      <p:sp>
        <p:nvSpPr>
          <p:cNvPr id="6" name="Arrow: Pentagon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5DB3687-B916-4C5F-920B-5B21818E19BD}"/>
              </a:ext>
            </a:extLst>
          </p:cNvPr>
          <p:cNvSpPr/>
          <p:nvPr/>
        </p:nvSpPr>
        <p:spPr>
          <a:xfrm>
            <a:off x="11327341" y="5635437"/>
            <a:ext cx="694438" cy="349623"/>
          </a:xfrm>
          <a:prstGeom prst="homePlat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C75549-33FA-4F65-9A68-99990147C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950" y="1750191"/>
            <a:ext cx="11267870" cy="98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58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: Single Corner Snipped 2">
                <a:extLst>
                  <a:ext uri="{FF2B5EF4-FFF2-40B4-BE49-F238E27FC236}">
                    <a16:creationId xmlns:a16="http://schemas.microsoft.com/office/drawing/2014/main" id="{AC3A0969-E708-4234-88C7-9916D89C97BF}"/>
                  </a:ext>
                </a:extLst>
              </p:cNvPr>
              <p:cNvSpPr/>
              <p:nvPr/>
            </p:nvSpPr>
            <p:spPr>
              <a:xfrm>
                <a:off x="3448011" y="4271472"/>
                <a:ext cx="2552295" cy="1363965"/>
              </a:xfrm>
              <a:prstGeom prst="snip1Rect">
                <a:avLst/>
              </a:prstGeom>
              <a:ln w="28575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3600" dirty="0"/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3" name="Rectangle: Single Corner Snipped 2">
                <a:extLst>
                  <a:ext uri="{FF2B5EF4-FFF2-40B4-BE49-F238E27FC236}">
                    <a16:creationId xmlns:a16="http://schemas.microsoft.com/office/drawing/2014/main" id="{AC3A0969-E708-4234-88C7-9916D89C97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8011" y="4271472"/>
                <a:ext cx="2552295" cy="1363965"/>
              </a:xfrm>
              <a:prstGeom prst="snip1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4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14778D5-3889-480C-B5B6-105547E5A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835" y="1132766"/>
            <a:ext cx="7380520" cy="913778"/>
          </a:xfrm>
          <a:prstGeom prst="rect">
            <a:avLst/>
          </a:prstGeom>
        </p:spPr>
      </p:pic>
      <p:sp>
        <p:nvSpPr>
          <p:cNvPr id="7" name="Arrow: Pentagon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7B773BA-4C9C-483F-88CB-8DDFDBF0A476}"/>
              </a:ext>
            </a:extLst>
          </p:cNvPr>
          <p:cNvSpPr/>
          <p:nvPr/>
        </p:nvSpPr>
        <p:spPr>
          <a:xfrm>
            <a:off x="11327341" y="5635437"/>
            <a:ext cx="694438" cy="349623"/>
          </a:xfrm>
          <a:prstGeom prst="homePlat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EB2764-F3BC-4386-8105-B0F9CCD47D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28" y="2178198"/>
            <a:ext cx="11605721" cy="68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9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E0BF74-EB69-401A-8078-DF8A4735B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83" y="1091717"/>
            <a:ext cx="10933633" cy="9534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Single Corner Snipped 6">
                <a:extLst>
                  <a:ext uri="{FF2B5EF4-FFF2-40B4-BE49-F238E27FC236}">
                    <a16:creationId xmlns:a16="http://schemas.microsoft.com/office/drawing/2014/main" id="{D0D243B8-4B16-4973-9AAA-7BB2BF3D3BDA}"/>
                  </a:ext>
                </a:extLst>
              </p:cNvPr>
              <p:cNvSpPr/>
              <p:nvPr/>
            </p:nvSpPr>
            <p:spPr>
              <a:xfrm>
                <a:off x="4044282" y="3785625"/>
                <a:ext cx="2795753" cy="1544341"/>
              </a:xfrm>
              <a:prstGeom prst="snip1Rect">
                <a:avLst/>
              </a:prstGeom>
              <a:ln w="28575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3600" dirty="0"/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Rectangle: Single Corner Snipped 6">
                <a:extLst>
                  <a:ext uri="{FF2B5EF4-FFF2-40B4-BE49-F238E27FC236}">
                    <a16:creationId xmlns:a16="http://schemas.microsoft.com/office/drawing/2014/main" id="{D0D243B8-4B16-4973-9AAA-7BB2BF3D3B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4282" y="3785625"/>
                <a:ext cx="2795753" cy="1544341"/>
              </a:xfrm>
              <a:prstGeom prst="snip1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4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rrow: Pentagon 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218B543-5202-40B3-A231-2EB6FC9E970E}"/>
              </a:ext>
            </a:extLst>
          </p:cNvPr>
          <p:cNvSpPr/>
          <p:nvPr/>
        </p:nvSpPr>
        <p:spPr>
          <a:xfrm>
            <a:off x="11327341" y="5635437"/>
            <a:ext cx="694438" cy="349623"/>
          </a:xfrm>
          <a:prstGeom prst="homePlat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4AA63B-32B6-42DD-82C9-07FEBBA619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14" y="1958997"/>
            <a:ext cx="11642065" cy="11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23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Single Corner Snipped 3">
                <a:extLst>
                  <a:ext uri="{FF2B5EF4-FFF2-40B4-BE49-F238E27FC236}">
                    <a16:creationId xmlns:a16="http://schemas.microsoft.com/office/drawing/2014/main" id="{4D7CDD8D-EC04-4A1E-8A87-BC5CE685F487}"/>
                  </a:ext>
                </a:extLst>
              </p:cNvPr>
              <p:cNvSpPr/>
              <p:nvPr/>
            </p:nvSpPr>
            <p:spPr>
              <a:xfrm>
                <a:off x="5510326" y="2261300"/>
                <a:ext cx="2183246" cy="1090031"/>
              </a:xfrm>
              <a:prstGeom prst="snip1Rect">
                <a:avLst/>
              </a:prstGeom>
              <a:solidFill>
                <a:srgbClr val="FFFF00"/>
              </a:solidFill>
              <a:ln w="28575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sz="3200" b="1" dirty="0"/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𝟏𝟓</m:t>
                        </m:r>
                      </m:den>
                    </m:f>
                  </m:oMath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4" name="Rectangle: Single Corner Snipped 3">
                <a:extLst>
                  <a:ext uri="{FF2B5EF4-FFF2-40B4-BE49-F238E27FC236}">
                    <a16:creationId xmlns:a16="http://schemas.microsoft.com/office/drawing/2014/main" id="{4D7CDD8D-EC04-4A1E-8A87-BC5CE685F4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326" y="2261300"/>
                <a:ext cx="2183246" cy="1090031"/>
              </a:xfrm>
              <a:prstGeom prst="snip1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4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B4D0634-0FA1-4EB5-9FEF-852DCB1FC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95" y="0"/>
            <a:ext cx="12593242" cy="13660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BE9C7E-4511-473F-B8B5-6FA28FF340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859" y="2266064"/>
            <a:ext cx="4391638" cy="562053"/>
          </a:xfrm>
          <a:prstGeom prst="rect">
            <a:avLst/>
          </a:prstGeom>
        </p:spPr>
      </p:pic>
      <p:sp>
        <p:nvSpPr>
          <p:cNvPr id="11" name="Arrow: Pentagon 1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466FB48-D10E-45E6-9643-D2CAD4550ABF}"/>
              </a:ext>
            </a:extLst>
          </p:cNvPr>
          <p:cNvSpPr/>
          <p:nvPr/>
        </p:nvSpPr>
        <p:spPr>
          <a:xfrm>
            <a:off x="11328922" y="4728569"/>
            <a:ext cx="694438" cy="349623"/>
          </a:xfrm>
          <a:prstGeom prst="homePlat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32C469-0280-4CB1-86A4-F61A31FCF8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38" y="3733647"/>
            <a:ext cx="5816088" cy="8474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666202-D840-4170-B519-A4816EC0E8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38" y="4755262"/>
            <a:ext cx="9102117" cy="8474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BBB72B4-927F-46E9-9F97-ED75A2E670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26" y="5776877"/>
            <a:ext cx="11229805" cy="8474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59A719D-A232-401C-AF7C-0CAF694676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826" y="1183045"/>
            <a:ext cx="11108199" cy="94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217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4FFC41-8158-406A-9CBC-9B97C5F08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65" y="0"/>
            <a:ext cx="11653805" cy="10519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47F4F1-C970-49E7-90F7-5A7E19FD56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01" y="1785397"/>
            <a:ext cx="11595597" cy="4993057"/>
          </a:xfrm>
          <a:prstGeom prst="rect">
            <a:avLst/>
          </a:prstGeom>
        </p:spPr>
      </p:pic>
      <p:sp>
        <p:nvSpPr>
          <p:cNvPr id="10" name="Callout: Up Arrow 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0D788D3-D5A4-4485-8E0A-4C9A67C9954F}"/>
              </a:ext>
            </a:extLst>
          </p:cNvPr>
          <p:cNvSpPr/>
          <p:nvPr/>
        </p:nvSpPr>
        <p:spPr>
          <a:xfrm>
            <a:off x="11140441" y="2501460"/>
            <a:ext cx="861848" cy="567559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37F3C5-27E9-487F-994E-DC7B12AD17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710" y="913910"/>
            <a:ext cx="11685980" cy="95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17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6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4FFC41-8158-406A-9CBC-9B97C5F08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84" y="451064"/>
            <a:ext cx="11653805" cy="10519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26A822FF-A443-4F56-AF72-6519A4E80E1A}"/>
                  </a:ext>
                </a:extLst>
              </p:cNvPr>
              <p:cNvSpPr/>
              <p:nvPr/>
            </p:nvSpPr>
            <p:spPr>
              <a:xfrm>
                <a:off x="348483" y="2659869"/>
                <a:ext cx="6856129" cy="822960"/>
              </a:xfrm>
              <a:prstGeom prst="round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latin typeface="FMBindumathi" panose="00000400000000000000" pitchFamily="2" charset="0"/>
                  </a:rPr>
                  <a:t>mshd </a:t>
                </a:r>
                <a:r>
                  <a:rPr lang="en-US" sz="2800" b="1" dirty="0" err="1">
                    <a:latin typeface="FMBindumathi" panose="00000400000000000000" pitchFamily="2" charset="0"/>
                  </a:rPr>
                  <a:t>fjka</a:t>
                </a:r>
                <a:r>
                  <a:rPr lang="en-US" sz="2800" b="1" dirty="0">
                    <a:latin typeface="FMBindumathi" panose="00000400000000000000" pitchFamily="2" charset="0"/>
                  </a:rPr>
                  <a:t> </a:t>
                </a:r>
                <a:r>
                  <a:rPr lang="en-US" sz="2800" b="1" dirty="0" err="1">
                    <a:latin typeface="FMBindumathi" panose="00000400000000000000" pitchFamily="2" charset="0"/>
                  </a:rPr>
                  <a:t>lr</a:t>
                </a:r>
                <a:r>
                  <a:rPr lang="en-US" sz="2800" b="1" dirty="0">
                    <a:latin typeface="FMBindumathi" panose="00000400000000000000" pitchFamily="2" charset="0"/>
                  </a:rPr>
                  <a:t> .;a </a:t>
                </a:r>
                <a:r>
                  <a:rPr lang="en-US" sz="2800" b="1" dirty="0" err="1">
                    <a:latin typeface="FMBindumathi" panose="00000400000000000000" pitchFamily="2" charset="0"/>
                  </a:rPr>
                  <a:t>bvï</a:t>
                </a:r>
                <a:r>
                  <a:rPr lang="en-US" sz="2800" b="1" dirty="0">
                    <a:latin typeface="FMBindumathi" panose="00000400000000000000" pitchFamily="2" charset="0"/>
                  </a:rPr>
                  <a:t> </a:t>
                </a:r>
                <a:r>
                  <a:rPr lang="en-US" sz="2800" b="1" dirty="0" err="1">
                    <a:latin typeface="FMBindumathi" panose="00000400000000000000" pitchFamily="2" charset="0"/>
                  </a:rPr>
                  <a:t>fldgi</a:t>
                </a:r>
                <a:r>
                  <a:rPr lang="en-US" sz="2800" b="1" dirty="0">
                    <a:latin typeface="FMBindumathi" panose="00000400000000000000" pitchFamily="2" charset="0"/>
                  </a:rPr>
                  <a:t> 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2800" b="1" dirty="0">
                    <a:latin typeface="FMBindumathi" panose="00000400000000000000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26A822FF-A443-4F56-AF72-6519A4E80E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83" y="2659869"/>
                <a:ext cx="6856129" cy="822960"/>
              </a:xfrm>
              <a:prstGeom prst="roundRect">
                <a:avLst/>
              </a:prstGeom>
              <a:blipFill>
                <a:blip r:embed="rId3"/>
                <a:stretch>
                  <a:fillRect b="-2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C968585B-65F9-4603-9AB9-231E5F788F4C}"/>
                  </a:ext>
                </a:extLst>
              </p:cNvPr>
              <p:cNvSpPr/>
              <p:nvPr/>
            </p:nvSpPr>
            <p:spPr>
              <a:xfrm>
                <a:off x="348483" y="1647320"/>
                <a:ext cx="6856129" cy="822960"/>
              </a:xfrm>
              <a:prstGeom prst="round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latin typeface="FMBindumathi" panose="00000400000000000000" pitchFamily="2" charset="0"/>
                  </a:rPr>
                  <a:t>oshKshg ,</a:t>
                </a:r>
                <a:r>
                  <a:rPr lang="en-US" sz="2800" b="1" dirty="0" err="1">
                    <a:latin typeface="FMBindumathi" panose="00000400000000000000" pitchFamily="2" charset="0"/>
                  </a:rPr>
                  <a:t>enqkq</a:t>
                </a:r>
                <a:r>
                  <a:rPr lang="en-US" sz="2800" b="1" dirty="0">
                    <a:latin typeface="FMBindumathi" panose="00000400000000000000" pitchFamily="2" charset="0"/>
                  </a:rPr>
                  <a:t> </a:t>
                </a:r>
                <a:r>
                  <a:rPr lang="en-US" sz="2800" b="1" dirty="0" err="1">
                    <a:latin typeface="FMBindumathi" panose="00000400000000000000" pitchFamily="2" charset="0"/>
                  </a:rPr>
                  <a:t>bvï</a:t>
                </a:r>
                <a:r>
                  <a:rPr lang="en-US" sz="2800" b="1" dirty="0">
                    <a:latin typeface="FMBindumathi" panose="00000400000000000000" pitchFamily="2" charset="0"/>
                  </a:rPr>
                  <a:t> </a:t>
                </a:r>
                <a:r>
                  <a:rPr lang="en-US" sz="2800" b="1" dirty="0" err="1">
                    <a:latin typeface="FMBindumathi" panose="00000400000000000000" pitchFamily="2" charset="0"/>
                  </a:rPr>
                  <a:t>fldgi</a:t>
                </a:r>
                <a:r>
                  <a:rPr lang="en-US" sz="2800" b="1" dirty="0">
                    <a:latin typeface="FMBindumathi" panose="00000400000000000000" pitchFamily="2" charset="0"/>
                  </a:rPr>
                  <a:t> 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800" b="1" dirty="0">
                  <a:latin typeface="FMBindumathi" panose="00000400000000000000" pitchFamily="2" charset="0"/>
                </a:endParaRPr>
              </a:p>
            </p:txBody>
          </p:sp>
        </mc:Choice>
        <mc:Fallback xmlns="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C968585B-65F9-4603-9AB9-231E5F788F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83" y="1647320"/>
                <a:ext cx="6856129" cy="822960"/>
              </a:xfrm>
              <a:prstGeom prst="roundRect">
                <a:avLst/>
              </a:prstGeom>
              <a:blipFill>
                <a:blip r:embed="rId4"/>
                <a:stretch>
                  <a:fillRect b="-2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90E084B0-821F-4512-9C04-3FC01895443A}"/>
                  </a:ext>
                </a:extLst>
              </p:cNvPr>
              <p:cNvSpPr/>
              <p:nvPr/>
            </p:nvSpPr>
            <p:spPr>
              <a:xfrm>
                <a:off x="348484" y="5790112"/>
                <a:ext cx="11586186" cy="822960"/>
              </a:xfrm>
              <a:prstGeom prst="round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latin typeface="FMBindumathi" panose="00000400000000000000" pitchFamily="2" charset="0"/>
                  </a:rPr>
                  <a:t>oshKshg ,</a:t>
                </a:r>
                <a:r>
                  <a:rPr lang="en-US" sz="2800" b="1" dirty="0" err="1">
                    <a:latin typeface="FMBindumathi" panose="00000400000000000000" pitchFamily="2" charset="0"/>
                  </a:rPr>
                  <a:t>enqkq</a:t>
                </a:r>
                <a:r>
                  <a:rPr lang="en-US" sz="2800" b="1" dirty="0">
                    <a:latin typeface="FMBindumathi" panose="00000400000000000000" pitchFamily="2" charset="0"/>
                  </a:rPr>
                  <a:t> </a:t>
                </a:r>
                <a:r>
                  <a:rPr lang="en-US" sz="2800" b="1" dirty="0" err="1">
                    <a:latin typeface="FMBindumathi" panose="00000400000000000000" pitchFamily="2" charset="0"/>
                  </a:rPr>
                  <a:t>bvï</a:t>
                </a:r>
                <a:r>
                  <a:rPr lang="en-US" sz="2800" b="1" dirty="0">
                    <a:latin typeface="FMBindumathi" panose="00000400000000000000" pitchFamily="2" charset="0"/>
                  </a:rPr>
                  <a:t> </a:t>
                </a:r>
                <a:r>
                  <a:rPr lang="en-US" sz="2800" b="1" dirty="0" err="1">
                    <a:latin typeface="FMBindumathi" panose="00000400000000000000" pitchFamily="2" charset="0"/>
                  </a:rPr>
                  <a:t>fldgfia</a:t>
                </a:r>
                <a:r>
                  <a:rPr lang="en-US" sz="2800" b="1" dirty="0">
                    <a:latin typeface="FMBindumathi" panose="00000400000000000000" pitchFamily="2" charset="0"/>
                  </a:rPr>
                  <a:t> ^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US" sz="2800" b="1" dirty="0">
                    <a:latin typeface="FMBindumathi" panose="00000400000000000000" pitchFamily="2" charset="0"/>
                  </a:rPr>
                  <a:t> &amp;</a:t>
                </a:r>
                <a:r>
                  <a:rPr lang="en-US" sz="2800" b="1" dirty="0" err="1">
                    <a:latin typeface="FMBindumathi" panose="00000400000000000000" pitchFamily="2" charset="0"/>
                  </a:rPr>
                  <a:t>jákdlu</a:t>
                </a:r>
                <a:r>
                  <a:rPr lang="en-US" sz="2800" b="1" dirty="0">
                    <a:latin typeface="FMBindumathi" panose="00000400000000000000" pitchFamily="2" charset="0"/>
                  </a:rPr>
                  <a:t> 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sz="2800" b="1" dirty="0" err="1">
                    <a:latin typeface="FMBindumathi" panose="00000400000000000000" pitchFamily="2" charset="0"/>
                    <a:cs typeface="Times New Roman" panose="02020603050405020304" pitchFamily="18" charset="0"/>
                  </a:rPr>
                  <a:t>ñ,shk</a:t>
                </a:r>
                <a:r>
                  <a:rPr lang="en-US" sz="2800" b="1" dirty="0">
                    <a:latin typeface="FMBindumathi" panose="00000400000000000000" pitchFamily="2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1.5 x2 = </a:t>
                </a:r>
                <a:r>
                  <a:rPr lang="en-US" sz="2800" b="1" dirty="0" err="1">
                    <a:latin typeface="FMBindumathi" panose="00000400000000000000" pitchFamily="2" charset="0"/>
                    <a:cs typeface="Times New Roman" panose="02020603050405020304" pitchFamily="18" charset="0"/>
                  </a:rPr>
                  <a:t>ñ,shk</a:t>
                </a:r>
                <a:r>
                  <a:rPr lang="en-US" sz="2800" b="1" dirty="0">
                    <a:latin typeface="FMBindumathi" panose="00000400000000000000" pitchFamily="2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US" sz="2800" b="1" dirty="0">
                  <a:latin typeface="FMBindumathi" panose="00000400000000000000" pitchFamily="2" charset="0"/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90E084B0-821F-4512-9C04-3FC018954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84" y="5790112"/>
                <a:ext cx="11586186" cy="822960"/>
              </a:xfrm>
              <a:prstGeom prst="roundRect">
                <a:avLst/>
              </a:prstGeom>
              <a:blipFill>
                <a:blip r:embed="rId5"/>
                <a:stretch>
                  <a:fillRect b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2E12B758-FE12-482D-B32C-4754E8430587}"/>
                  </a:ext>
                </a:extLst>
              </p:cNvPr>
              <p:cNvSpPr/>
              <p:nvPr/>
            </p:nvSpPr>
            <p:spPr>
              <a:xfrm>
                <a:off x="348484" y="3673118"/>
                <a:ext cx="8654325" cy="822960"/>
              </a:xfrm>
              <a:prstGeom prst="round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 err="1">
                    <a:latin typeface="FMBindumathi" panose="00000400000000000000" pitchFamily="2" charset="0"/>
                  </a:rPr>
                  <a:t>fldgia</a:t>
                </a:r>
                <a:r>
                  <a:rPr lang="en-US" sz="2800" b="1" dirty="0">
                    <a:latin typeface="FMBindumathi" panose="00000400000000000000" pitchFamily="2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>
                    <a:latin typeface="FMBindumathi" panose="00000400000000000000" pitchFamily="2" charset="0"/>
                    <a:cs typeface="Times New Roman" panose="02020603050405020304" pitchFamily="18" charset="0"/>
                  </a:rPr>
                  <a:t>l </a:t>
                </a:r>
                <a:r>
                  <a:rPr lang="en-US" sz="2800" b="1" dirty="0" err="1">
                    <a:latin typeface="FMBindumathi" panose="00000400000000000000" pitchFamily="2" charset="0"/>
                  </a:rPr>
                  <a:t>jákdlu</a:t>
                </a:r>
                <a:r>
                  <a:rPr lang="en-US" sz="2800" b="1" dirty="0">
                    <a:latin typeface="FMBindumathi" panose="00000400000000000000" pitchFamily="2" charset="0"/>
                  </a:rPr>
                  <a:t> 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sz="2800" b="1" dirty="0" err="1">
                    <a:latin typeface="FMBindumathi" panose="00000400000000000000" pitchFamily="2" charset="0"/>
                    <a:cs typeface="Times New Roman" panose="02020603050405020304" pitchFamily="18" charset="0"/>
                  </a:rPr>
                  <a:t>ñ,shk</a:t>
                </a:r>
                <a:r>
                  <a:rPr lang="en-US" sz="2800" b="1" dirty="0">
                    <a:latin typeface="FMBindumathi" panose="00000400000000000000" pitchFamily="2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4.5  </a:t>
                </a:r>
                <a:r>
                  <a:rPr lang="en-US" sz="2800" b="1" dirty="0">
                    <a:latin typeface="FMBindumathi" panose="00000400000000000000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2E12B758-FE12-482D-B32C-4754E84305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84" y="3673118"/>
                <a:ext cx="8654325" cy="822960"/>
              </a:xfrm>
              <a:prstGeom prst="roundRect">
                <a:avLst/>
              </a:prstGeom>
              <a:blipFill>
                <a:blip r:embed="rId6"/>
                <a:stretch>
                  <a:fillRect b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086BE1E9-B59A-4DCB-AB60-C8444808BB8B}"/>
                  </a:ext>
                </a:extLst>
              </p:cNvPr>
              <p:cNvSpPr/>
              <p:nvPr/>
            </p:nvSpPr>
            <p:spPr>
              <a:xfrm>
                <a:off x="348484" y="4731615"/>
                <a:ext cx="9263925" cy="822960"/>
              </a:xfrm>
              <a:prstGeom prst="round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latin typeface="FMBindumathi" panose="00000400000000000000" pitchFamily="2" charset="0"/>
                  </a:rPr>
                  <a:t>fldgi</a:t>
                </a:r>
                <a:r>
                  <a:rPr lang="en-US" sz="2800" b="1" dirty="0" err="1">
                    <a:latin typeface="FMBindumathi" panose="00000400000000000000" pitchFamily="2" charset="0"/>
                  </a:rPr>
                  <a:t>a</a:t>
                </a:r>
                <a:r>
                  <a:rPr lang="en-US" sz="2800" b="1" dirty="0">
                    <a:latin typeface="FMBindumathi" panose="00000400000000000000" pitchFamily="2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>
                    <a:latin typeface="FMBindumathi" panose="00000400000000000000" pitchFamily="2" charset="0"/>
                    <a:cs typeface="Times New Roman" panose="02020603050405020304" pitchFamily="18" charset="0"/>
                  </a:rPr>
                  <a:t>l </a:t>
                </a:r>
                <a:r>
                  <a:rPr lang="en-US" sz="2800" b="1" dirty="0" err="1">
                    <a:latin typeface="FMBindumathi" panose="00000400000000000000" pitchFamily="2" charset="0"/>
                  </a:rPr>
                  <a:t>jákdlu</a:t>
                </a:r>
                <a:r>
                  <a:rPr lang="en-US" sz="2800" b="1" dirty="0">
                    <a:latin typeface="FMBindumathi" panose="00000400000000000000" pitchFamily="2" charset="0"/>
                  </a:rPr>
                  <a:t> 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sz="2800" b="1" dirty="0" err="1">
                    <a:latin typeface="FMBindumathi" panose="00000400000000000000" pitchFamily="2" charset="0"/>
                    <a:cs typeface="Times New Roman" panose="02020603050405020304" pitchFamily="18" charset="0"/>
                  </a:rPr>
                  <a:t>ñ,shk</a:t>
                </a:r>
                <a:r>
                  <a:rPr lang="en-US" sz="2800" b="1" dirty="0">
                    <a:latin typeface="FMBindumathi" panose="00000400000000000000" pitchFamily="2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4.5/3 = </a:t>
                </a:r>
                <a:r>
                  <a:rPr lang="en-US" sz="2800" b="1" dirty="0" err="1">
                    <a:latin typeface="FMBindumathi" panose="00000400000000000000" pitchFamily="2" charset="0"/>
                    <a:cs typeface="Times New Roman" panose="02020603050405020304" pitchFamily="18" charset="0"/>
                  </a:rPr>
                  <a:t>ñ,shk</a:t>
                </a:r>
                <a:r>
                  <a:rPr lang="en-US" sz="2800" b="1" dirty="0">
                    <a:latin typeface="FMBindumathi" panose="00000400000000000000" pitchFamily="2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1.5 </a:t>
                </a:r>
                <a:r>
                  <a:rPr lang="en-US" sz="2800" b="1" dirty="0">
                    <a:latin typeface="FMBindumathi" panose="00000400000000000000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086BE1E9-B59A-4DCB-AB60-C8444808BB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84" y="4731615"/>
                <a:ext cx="9263925" cy="822960"/>
              </a:xfrm>
              <a:prstGeom prst="roundRect">
                <a:avLst/>
              </a:prstGeom>
              <a:blipFill>
                <a:blip r:embed="rId7"/>
                <a:stretch>
                  <a:fillRect b="-2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5192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746C1D84-DD96-49C1-87AF-786E14913CEE}"/>
              </a:ext>
            </a:extLst>
          </p:cNvPr>
          <p:cNvSpPr/>
          <p:nvPr/>
        </p:nvSpPr>
        <p:spPr>
          <a:xfrm>
            <a:off x="8331200" y="5816152"/>
            <a:ext cx="149579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0.21356</a:t>
            </a:r>
          </a:p>
        </p:txBody>
      </p:sp>
      <p:sp>
        <p:nvSpPr>
          <p:cNvPr id="9" name="Smiley Face 8">
            <a:extLst>
              <a:ext uri="{FF2B5EF4-FFF2-40B4-BE49-F238E27FC236}">
                <a16:creationId xmlns:a16="http://schemas.microsoft.com/office/drawing/2014/main" id="{FA20F29A-B1E9-4F1A-BCED-AA071B4A2C6A}"/>
              </a:ext>
            </a:extLst>
          </p:cNvPr>
          <p:cNvSpPr/>
          <p:nvPr/>
        </p:nvSpPr>
        <p:spPr>
          <a:xfrm>
            <a:off x="9651181" y="5770432"/>
            <a:ext cx="1495790" cy="731520"/>
          </a:xfrm>
          <a:prstGeom prst="smileyFace">
            <a:avLst/>
          </a:prstGeom>
          <a:solidFill>
            <a:srgbClr val="00B05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0.21356</a:t>
            </a:r>
          </a:p>
        </p:txBody>
      </p:sp>
      <p:sp>
        <p:nvSpPr>
          <p:cNvPr id="4" name="Heart 3">
            <a:extLst>
              <a:ext uri="{FF2B5EF4-FFF2-40B4-BE49-F238E27FC236}">
                <a16:creationId xmlns:a16="http://schemas.microsoft.com/office/drawing/2014/main" id="{73F37AAE-4D37-4624-B7CF-63AF6B638A0B}"/>
              </a:ext>
            </a:extLst>
          </p:cNvPr>
          <p:cNvSpPr/>
          <p:nvPr/>
        </p:nvSpPr>
        <p:spPr>
          <a:xfrm>
            <a:off x="11225177" y="5367916"/>
            <a:ext cx="770965" cy="448236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EBDB72-DC7E-419E-80DA-BCB187A2CC4B}"/>
              </a:ext>
            </a:extLst>
          </p:cNvPr>
          <p:cNvSpPr/>
          <p:nvPr/>
        </p:nvSpPr>
        <p:spPr>
          <a:xfrm>
            <a:off x="0" y="5567680"/>
            <a:ext cx="1306286" cy="737497"/>
          </a:xfrm>
          <a:prstGeom prst="roundRect">
            <a:avLst/>
          </a:prstGeom>
          <a:solidFill>
            <a:srgbClr val="7030A0"/>
          </a:solidFill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0.21356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9C32B0-1868-47DA-9250-755DD435B36B}"/>
              </a:ext>
            </a:extLst>
          </p:cNvPr>
          <p:cNvSpPr/>
          <p:nvPr/>
        </p:nvSpPr>
        <p:spPr>
          <a:xfrm>
            <a:off x="0" y="-8964"/>
            <a:ext cx="12192000" cy="5109284"/>
          </a:xfrm>
          <a:prstGeom prst="rect">
            <a:avLst/>
          </a:prstGeom>
          <a:solidFill>
            <a:srgbClr val="4472C4">
              <a:alpha val="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7A6A5D-7AC2-4DA9-AAE3-2DDB934CEC6F}"/>
              </a:ext>
            </a:extLst>
          </p:cNvPr>
          <p:cNvSpPr/>
          <p:nvPr/>
        </p:nvSpPr>
        <p:spPr>
          <a:xfrm>
            <a:off x="4368800" y="5153212"/>
            <a:ext cx="4059936" cy="5129784"/>
          </a:xfrm>
          <a:prstGeom prst="rect">
            <a:avLst/>
          </a:prstGeom>
          <a:solidFill>
            <a:srgbClr val="70AD47">
              <a:alpha val="0"/>
            </a:srgbClr>
          </a:solidFill>
          <a:ln w="28575"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768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xit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500"/>
                            </p:stCondLst>
                            <p:childTnLst>
                              <p:par>
                                <p:cTn id="2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4" grpId="0" animBg="1"/>
      <p:bldP spid="5" grpId="0" animBg="1"/>
      <p:bldP spid="5" grpId="1" animBg="1"/>
      <p:bldP spid="6" grpId="0" animBg="1"/>
      <p:bldP spid="6" grpId="1" animBg="1"/>
      <p:bldP spid="6" grpId="2" animBg="1"/>
      <p:bldP spid="6" grpId="3" animBg="1"/>
      <p:bldP spid="7" grpId="0" animBg="1"/>
      <p:bldP spid="7" grpId="1" animBg="1"/>
      <p:bldP spid="7" grpId="2" animBg="1"/>
      <p:bldP spid="7" grpId="3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146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FMBindumathi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47</cp:revision>
  <dcterms:created xsi:type="dcterms:W3CDTF">2026-04-20T17:20:53Z</dcterms:created>
  <dcterms:modified xsi:type="dcterms:W3CDTF">2026-04-23T16:56:59Z</dcterms:modified>
</cp:coreProperties>
</file>